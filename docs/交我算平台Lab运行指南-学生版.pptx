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4bf7687a0b44ff" /><Relationship Type="http://schemas.openxmlformats.org/officeDocument/2006/relationships/extended-properties" Target="/docProps/app.xml" Id="Rdf6306badf944a11" /><Relationship Type="http://schemas.openxmlformats.org/officeDocument/2006/relationships/officeDocument" Target="/ppt/presentation.xml" Id="R07c61c3716434b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10bd07fb45401d"/>
  </p:sldMasterIdLst>
  <p:notesMasterIdLst>
    <p:notesMasterId xmlns:r="http://schemas.openxmlformats.org/officeDocument/2006/relationships" r:id="R244890ac6e02451c"/>
  </p:notesMasterIdLst>
  <p:sldIdLst>
    <p:sldId xmlns:r="http://schemas.openxmlformats.org/officeDocument/2006/relationships" id="256" r:id="Rb97d8377e39649d0"/>
    <p:sldId xmlns:r="http://schemas.openxmlformats.org/officeDocument/2006/relationships" id="257" r:id="Reb659c45f8d44b6b"/>
    <p:sldId xmlns:r="http://schemas.openxmlformats.org/officeDocument/2006/relationships" id="258" r:id="R174a1353a8ef41bb"/>
    <p:sldId xmlns:r="http://schemas.openxmlformats.org/officeDocument/2006/relationships" id="259" r:id="R48072fc7357c4746"/>
    <p:sldId xmlns:r="http://schemas.openxmlformats.org/officeDocument/2006/relationships" id="260" r:id="R01f08e0209e24a5b"/>
    <p:sldId xmlns:r="http://schemas.openxmlformats.org/officeDocument/2006/relationships" id="261" r:id="R0254adb0c8f640da"/>
    <p:sldId xmlns:r="http://schemas.openxmlformats.org/officeDocument/2006/relationships" id="262" r:id="R0f0f7ca44b0b496c"/>
    <p:sldId xmlns:r="http://schemas.openxmlformats.org/officeDocument/2006/relationships" id="263" r:id="Rba623d8432954590"/>
    <p:sldId xmlns:r="http://schemas.openxmlformats.org/officeDocument/2006/relationships" id="264" r:id="R1a910f93d01e49b1"/>
    <p:sldId xmlns:r="http://schemas.openxmlformats.org/officeDocument/2006/relationships" id="265" r:id="Rb588f9f651aa4add"/>
    <p:sldId xmlns:r="http://schemas.openxmlformats.org/officeDocument/2006/relationships" id="266" r:id="R501b4b6f31fc4b0f"/>
    <p:sldId xmlns:r="http://schemas.openxmlformats.org/officeDocument/2006/relationships" id="267" r:id="R91e04c403424486e"/>
    <p:sldId xmlns:r="http://schemas.openxmlformats.org/officeDocument/2006/relationships" id="268" r:id="R75f7e2d087ba432f"/>
    <p:sldId xmlns:r="http://schemas.openxmlformats.org/officeDocument/2006/relationships" id="269" r:id="Rfa99c87fc73c4b0f"/>
    <p:sldId xmlns:r="http://schemas.openxmlformats.org/officeDocument/2006/relationships" id="270" r:id="Ra3d7fbbd8ef44d2c"/>
    <p:sldId xmlns:r="http://schemas.openxmlformats.org/officeDocument/2006/relationships" id="271" r:id="R77ce96926536464c"/>
    <p:sldId xmlns:r="http://schemas.openxmlformats.org/officeDocument/2006/relationships" id="272" r:id="R66fc69a0c9b34cd1"/>
    <p:sldId xmlns:r="http://schemas.openxmlformats.org/officeDocument/2006/relationships" id="273" r:id="R0da19f867c3b4a33"/>
    <p:sldId xmlns:r="http://schemas.openxmlformats.org/officeDocument/2006/relationships" id="274" r:id="R218128924b03461d"/>
    <p:sldId xmlns:r="http://schemas.openxmlformats.org/officeDocument/2006/relationships" id="275" r:id="R349ea0c71c75494a"/>
    <p:sldId xmlns:r="http://schemas.openxmlformats.org/officeDocument/2006/relationships" id="276" r:id="R32d0ad3cdacc47f1"/>
    <p:sldId xmlns:r="http://schemas.openxmlformats.org/officeDocument/2006/relationships" id="277" r:id="R9dd4b70195ae4917"/>
    <p:sldId xmlns:r="http://schemas.openxmlformats.org/officeDocument/2006/relationships" id="278" r:id="Rceddce5e90594c5d"/>
    <p:sldId xmlns:r="http://schemas.openxmlformats.org/officeDocument/2006/relationships" id="279" r:id="Rcf368fba6da04216"/>
    <p:sldId xmlns:r="http://schemas.openxmlformats.org/officeDocument/2006/relationships" id="280" r:id="R1603923731c548a4"/>
    <p:sldId xmlns:r="http://schemas.openxmlformats.org/officeDocument/2006/relationships" id="281" r:id="R2c27ab6732814c3b"/>
    <p:sldId xmlns:r="http://schemas.openxmlformats.org/officeDocument/2006/relationships" id="282" r:id="R28d81451706941df"/>
    <p:sldId xmlns:r="http://schemas.openxmlformats.org/officeDocument/2006/relationships" id="283" r:id="R870b50df966648ae"/>
    <p:sldId xmlns:r="http://schemas.openxmlformats.org/officeDocument/2006/relationships" id="284" r:id="R529c9dc11ae64179"/>
    <p:sldId xmlns:r="http://schemas.openxmlformats.org/officeDocument/2006/relationships" id="285" r:id="R56bfad23828f4fd1"/>
    <p:sldId xmlns:r="http://schemas.openxmlformats.org/officeDocument/2006/relationships" id="286" r:id="Ref19afa7834148ac"/>
    <p:sldId xmlns:r="http://schemas.openxmlformats.org/officeDocument/2006/relationships" id="287" r:id="Rf80962e00bbd4d72"/>
    <p:sldId xmlns:r="http://schemas.openxmlformats.org/officeDocument/2006/relationships" id="288" r:id="Rd5a4849e29554b1d"/>
    <p:sldId xmlns:r="http://schemas.openxmlformats.org/officeDocument/2006/relationships" id="289" r:id="Re6fe4bfcc84e406f"/>
    <p:sldId xmlns:r="http://schemas.openxmlformats.org/officeDocument/2006/relationships" id="290" r:id="R78d5c3b9df5e43c6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edf9afb92b47df" /><Relationship Type="http://schemas.openxmlformats.org/officeDocument/2006/relationships/slideMaster" Target="/ppt/slideMasters/slideMaster1.xml" Id="R5a10bd07fb45401d" /><Relationship Type="http://schemas.openxmlformats.org/officeDocument/2006/relationships/notesMaster" Target="/ppt/notesMasters/notesMaster1.xml" Id="R244890ac6e02451c" /><Relationship Type="http://schemas.openxmlformats.org/officeDocument/2006/relationships/presProps" Target="/ppt/presProps.xml" Id="Rc7cca456535c4749" /><Relationship Type="http://schemas.openxmlformats.org/officeDocument/2006/relationships/viewProps" Target="/ppt/viewProps.xml" Id="Rb94f34b3077749e0" /><Relationship Type="http://schemas.openxmlformats.org/officeDocument/2006/relationships/tableStyles" Target="/ppt/tableStyles.xml" Id="R22db479625c24c86" /><Relationship Type="http://schemas.openxmlformats.org/officeDocument/2006/relationships/slide" Target="/ppt/slides/slide1.xml" Id="Rb97d8377e39649d0" /><Relationship Type="http://schemas.openxmlformats.org/officeDocument/2006/relationships/slide" Target="/ppt/slides/slide2.xml" Id="Reb659c45f8d44b6b" /><Relationship Type="http://schemas.openxmlformats.org/officeDocument/2006/relationships/slide" Target="/ppt/slides/slide3.xml" Id="R174a1353a8ef41bb" /><Relationship Type="http://schemas.openxmlformats.org/officeDocument/2006/relationships/slide" Target="/ppt/slides/slide4.xml" Id="R48072fc7357c4746" /><Relationship Type="http://schemas.openxmlformats.org/officeDocument/2006/relationships/slide" Target="/ppt/slides/slide5.xml" Id="R01f08e0209e24a5b" /><Relationship Type="http://schemas.openxmlformats.org/officeDocument/2006/relationships/slide" Target="/ppt/slides/slide6.xml" Id="R0254adb0c8f640da" /><Relationship Type="http://schemas.openxmlformats.org/officeDocument/2006/relationships/slide" Target="/ppt/slides/slide7.xml" Id="R0f0f7ca44b0b496c" /><Relationship Type="http://schemas.openxmlformats.org/officeDocument/2006/relationships/slide" Target="/ppt/slides/slide8.xml" Id="Rba623d8432954590" /><Relationship Type="http://schemas.openxmlformats.org/officeDocument/2006/relationships/slide" Target="/ppt/slides/slide9.xml" Id="R1a910f93d01e49b1" /><Relationship Type="http://schemas.openxmlformats.org/officeDocument/2006/relationships/slide" Target="/ppt/slides/slide10.xml" Id="Rb588f9f651aa4add" /><Relationship Type="http://schemas.openxmlformats.org/officeDocument/2006/relationships/slide" Target="/ppt/slides/slide11.xml" Id="R501b4b6f31fc4b0f" /><Relationship Type="http://schemas.openxmlformats.org/officeDocument/2006/relationships/slide" Target="/ppt/slides/slide12.xml" Id="R91e04c403424486e" /><Relationship Type="http://schemas.openxmlformats.org/officeDocument/2006/relationships/slide" Target="/ppt/slides/slide13.xml" Id="R75f7e2d087ba432f" /><Relationship Type="http://schemas.openxmlformats.org/officeDocument/2006/relationships/slide" Target="/ppt/slides/slide14.xml" Id="Rfa99c87fc73c4b0f" /><Relationship Type="http://schemas.openxmlformats.org/officeDocument/2006/relationships/slide" Target="/ppt/slides/slide15.xml" Id="Ra3d7fbbd8ef44d2c" /><Relationship Type="http://schemas.openxmlformats.org/officeDocument/2006/relationships/slide" Target="/ppt/slides/slide16.xml" Id="R77ce96926536464c" /><Relationship Type="http://schemas.openxmlformats.org/officeDocument/2006/relationships/slide" Target="/ppt/slides/slide17.xml" Id="R66fc69a0c9b34cd1" /><Relationship Type="http://schemas.openxmlformats.org/officeDocument/2006/relationships/slide" Target="/ppt/slides/slide18.xml" Id="R0da19f867c3b4a33" /><Relationship Type="http://schemas.openxmlformats.org/officeDocument/2006/relationships/slide" Target="/ppt/slides/slide19.xml" Id="R218128924b03461d" /><Relationship Type="http://schemas.openxmlformats.org/officeDocument/2006/relationships/slide" Target="/ppt/slides/slide20.xml" Id="R349ea0c71c75494a" /><Relationship Type="http://schemas.openxmlformats.org/officeDocument/2006/relationships/slide" Target="/ppt/slides/slide21.xml" Id="R32d0ad3cdacc47f1" /><Relationship Type="http://schemas.openxmlformats.org/officeDocument/2006/relationships/slide" Target="/ppt/slides/slide22.xml" Id="R9dd4b70195ae4917" /><Relationship Type="http://schemas.openxmlformats.org/officeDocument/2006/relationships/slide" Target="/ppt/slides/slide23.xml" Id="Rceddce5e90594c5d" /><Relationship Type="http://schemas.openxmlformats.org/officeDocument/2006/relationships/slide" Target="/ppt/slides/slide24.xml" Id="Rcf368fba6da04216" /><Relationship Type="http://schemas.openxmlformats.org/officeDocument/2006/relationships/slide" Target="/ppt/slides/slide25.xml" Id="R1603923731c548a4" /><Relationship Type="http://schemas.openxmlformats.org/officeDocument/2006/relationships/slide" Target="/ppt/slides/slide26.xml" Id="R2c27ab6732814c3b" /><Relationship Type="http://schemas.openxmlformats.org/officeDocument/2006/relationships/slide" Target="/ppt/slides/slide27.xml" Id="R28d81451706941df" /><Relationship Type="http://schemas.openxmlformats.org/officeDocument/2006/relationships/slide" Target="/ppt/slides/slide28.xml" Id="R870b50df966648ae" /><Relationship Type="http://schemas.openxmlformats.org/officeDocument/2006/relationships/slide" Target="/ppt/slides/slide29.xml" Id="R529c9dc11ae64179" /><Relationship Type="http://schemas.openxmlformats.org/officeDocument/2006/relationships/slide" Target="/ppt/slides/slide30.xml" Id="R56bfad23828f4fd1" /><Relationship Type="http://schemas.openxmlformats.org/officeDocument/2006/relationships/slide" Target="/ppt/slides/slide31.xml" Id="Ref19afa7834148ac" /><Relationship Type="http://schemas.openxmlformats.org/officeDocument/2006/relationships/slide" Target="/ppt/slides/slide32.xml" Id="Rf80962e00bbd4d72" /><Relationship Type="http://schemas.openxmlformats.org/officeDocument/2006/relationships/slide" Target="/ppt/slides/slide33.xml" Id="Rd5a4849e29554b1d" /><Relationship Type="http://schemas.openxmlformats.org/officeDocument/2006/relationships/slide" Target="/ppt/slides/slide34.xml" Id="Re6fe4bfcc84e406f" /><Relationship Type="http://schemas.openxmlformats.org/officeDocument/2006/relationships/slide" Target="/ppt/slides/slide35.xml" Id="R78d5c3b9df5e43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53b697766143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ca80878c154175" /><Relationship Type="http://schemas.openxmlformats.org/officeDocument/2006/relationships/notesMaster" Target="/ppt/notesMasters/notesMaster1.xml" Id="R7021a999cdf444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dd9166d82e4b9f" /><Relationship Type="http://schemas.openxmlformats.org/officeDocument/2006/relationships/notesMaster" Target="/ppt/notesMasters/notesMaster1.xml" Id="R55fa97a6408341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8dcdedee3e45a9" /><Relationship Type="http://schemas.openxmlformats.org/officeDocument/2006/relationships/notesMaster" Target="/ppt/notesMasters/notesMaster1.xml" Id="R787c60d8c6a449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61759f108e41a4" /><Relationship Type="http://schemas.openxmlformats.org/officeDocument/2006/relationships/notesMaster" Target="/ppt/notesMasters/notesMaster1.xml" Id="R88cce7eb2ee64b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554739a8e04a7d" /><Relationship Type="http://schemas.openxmlformats.org/officeDocument/2006/relationships/notesMaster" Target="/ppt/notesMasters/notesMaster1.xml" Id="Raf1e429da14c4f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1432e043ba4599" /><Relationship Type="http://schemas.openxmlformats.org/officeDocument/2006/relationships/notesMaster" Target="/ppt/notesMasters/notesMaster1.xml" Id="R084d67ba001242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65a601c0534379" /><Relationship Type="http://schemas.openxmlformats.org/officeDocument/2006/relationships/notesMaster" Target="/ppt/notesMasters/notesMaster1.xml" Id="Rb336d9cba6cc4f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7d98b50dc34cba" /><Relationship Type="http://schemas.openxmlformats.org/officeDocument/2006/relationships/notesMaster" Target="/ppt/notesMasters/notesMaster1.xml" Id="R665cd7966ad64f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759c5036c940e4" /><Relationship Type="http://schemas.openxmlformats.org/officeDocument/2006/relationships/notesMaster" Target="/ppt/notesMasters/notesMaster1.xml" Id="Reeed8077597043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8672a61c7e4fb5" /><Relationship Type="http://schemas.openxmlformats.org/officeDocument/2006/relationships/notesMaster" Target="/ppt/notesMasters/notesMaster1.xml" Id="R16c52a8aeae24d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c150e924d94f94" /><Relationship Type="http://schemas.openxmlformats.org/officeDocument/2006/relationships/notesMaster" Target="/ppt/notesMasters/notesMaster1.xml" Id="R43b4c4c6a87a4e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5a70719c744cd8" /><Relationship Type="http://schemas.openxmlformats.org/officeDocument/2006/relationships/notesMaster" Target="/ppt/notesMasters/notesMaster1.xml" Id="R5e20c9955fed44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3b40b118ed423f" /><Relationship Type="http://schemas.openxmlformats.org/officeDocument/2006/relationships/notesMaster" Target="/ppt/notesMasters/notesMaster1.xml" Id="Ra691da8ce21b41d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cfb7bf900a74322" /><Relationship Type="http://schemas.openxmlformats.org/officeDocument/2006/relationships/notesMaster" Target="/ppt/notesMasters/notesMaster1.xml" Id="Re993659886cb4a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faed86323314509" /><Relationship Type="http://schemas.openxmlformats.org/officeDocument/2006/relationships/notesMaster" Target="/ppt/notesMasters/notesMaster1.xml" Id="R7020984495774f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28d80f22fd407a" /><Relationship Type="http://schemas.openxmlformats.org/officeDocument/2006/relationships/notesMaster" Target="/ppt/notesMasters/notesMaster1.xml" Id="Rfa4cf795e6e44c4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090873bf7384bc7" /><Relationship Type="http://schemas.openxmlformats.org/officeDocument/2006/relationships/notesMaster" Target="/ppt/notesMasters/notesMaster1.xml" Id="R3b8e866561ae437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dccb624c63846eb" /><Relationship Type="http://schemas.openxmlformats.org/officeDocument/2006/relationships/notesMaster" Target="/ppt/notesMasters/notesMaster1.xml" Id="R7350d5c67686484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f69656f14684ac7" /><Relationship Type="http://schemas.openxmlformats.org/officeDocument/2006/relationships/notesMaster" Target="/ppt/notesMasters/notesMaster1.xml" Id="Rc321204dfc6f47f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59d1a6ba5d54077" /><Relationship Type="http://schemas.openxmlformats.org/officeDocument/2006/relationships/notesMaster" Target="/ppt/notesMasters/notesMaster1.xml" Id="R7806072464b6407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9a6bd0b6eed4a08" /><Relationship Type="http://schemas.openxmlformats.org/officeDocument/2006/relationships/notesMaster" Target="/ppt/notesMasters/notesMaster1.xml" Id="Rad0877598bb748a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905461887c4bea" /><Relationship Type="http://schemas.openxmlformats.org/officeDocument/2006/relationships/notesMaster" Target="/ppt/notesMasters/notesMaster1.xml" Id="R261d57b00bee4bf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962142acf7e4336" /><Relationship Type="http://schemas.openxmlformats.org/officeDocument/2006/relationships/notesMaster" Target="/ppt/notesMasters/notesMaster1.xml" Id="R2e123199efd44b9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2d12c74be3b4b00" /><Relationship Type="http://schemas.openxmlformats.org/officeDocument/2006/relationships/notesMaster" Target="/ppt/notesMasters/notesMaster1.xml" Id="R72a4d6b35e6546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98f08f30e804398" /><Relationship Type="http://schemas.openxmlformats.org/officeDocument/2006/relationships/notesMaster" Target="/ppt/notesMasters/notesMaster1.xml" Id="Rb1cf506f2c7642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638770536534a02" /><Relationship Type="http://schemas.openxmlformats.org/officeDocument/2006/relationships/notesMaster" Target="/ppt/notesMasters/notesMaster1.xml" Id="Rabdd2cee76bf4da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a16233358994aa0" /><Relationship Type="http://schemas.openxmlformats.org/officeDocument/2006/relationships/notesMaster" Target="/ppt/notesMasters/notesMaster1.xml" Id="Rb9a2e2220d5044d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e73a9a855ea413b" /><Relationship Type="http://schemas.openxmlformats.org/officeDocument/2006/relationships/notesMaster" Target="/ppt/notesMasters/notesMaster1.xml" Id="Rbd5e9fc692004f0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2e09cda1c3342b9" /><Relationship Type="http://schemas.openxmlformats.org/officeDocument/2006/relationships/notesMaster" Target="/ppt/notesMasters/notesMaster1.xml" Id="Rf7530904b848472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be3c237c467418e" /><Relationship Type="http://schemas.openxmlformats.org/officeDocument/2006/relationships/notesMaster" Target="/ppt/notesMasters/notesMaster1.xml" Id="R801e85b94ecc43a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f89ecf92d9e45c4" /><Relationship Type="http://schemas.openxmlformats.org/officeDocument/2006/relationships/notesMaster" Target="/ppt/notesMasters/notesMaster1.xml" Id="R9029cf96fd4148f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c3f19ba315a4d3a" /><Relationship Type="http://schemas.openxmlformats.org/officeDocument/2006/relationships/notesMaster" Target="/ppt/notesMasters/notesMaster1.xml" Id="R785c404c8b6b4ff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3ccdf55a5c74da3" /><Relationship Type="http://schemas.openxmlformats.org/officeDocument/2006/relationships/notesMaster" Target="/ppt/notesMasters/notesMaster1.xml" Id="R5aa1b675c0c241a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22571263a844d02" /><Relationship Type="http://schemas.openxmlformats.org/officeDocument/2006/relationships/notesMaster" Target="/ppt/notesMasters/notesMaster1.xml" Id="R1170599fe83b42a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1d615cbf3bf44a6" /><Relationship Type="http://schemas.openxmlformats.org/officeDocument/2006/relationships/notesMaster" Target="/ppt/notesMasters/notesMaster1.xml" Id="Re10e8b487bee49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2 小时，不含排队时间；编译、测试与交互终端空闲均计入时限。退出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与 README 第 7.2 节的六条程序命令完全一致。ctest 不覆盖这些学生函数。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本教程的交互式申请和批处理脚本统一使用 02:00:00，即最长运行 2 小时。时限不含排队时间。提前结束会释放资源。正式实验按实测耗时分批或调整时限。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02:00:00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cd "$SLURM_SUBMIT_DIR"</a:t>
            </a:r>
          </a:p>
          <a:p xmlns:a="http://schemas.openxmlformats.org/drawingml/2006/main">
            <a:r>
              <a:t>cd labs/lab2-matrix</a:t>
            </a:r>
          </a:p>
          <a:p xmlns:a="http://schemas.openxmlformats.org/drawingml/2006/main">
            <a:r>
              <a:t>module load cmake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ctest --test-dir build --output-on-failure</a:t>
            </a:r>
          </a:p>
          <a:p xmlns:a="http://schemas.openxmlformats.org/drawingml/2006/main">
            <a:r>
              <a:t>mkdir -p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srun --cpu-bind=cores \</a:t>
            </a:r>
          </a:p>
          <a:p xmlns:a="http://schemas.openxmlformats.org/drawingml/2006/main">
            <a:r>
              <a:t>  ./build/cache_part3 2048 64 \</a:t>
            </a:r>
          </a:p>
          <a:p xmlns:a="http://schemas.openxmlformats.org/drawingml/2006/main">
            <a:r>
              <a:t>  2&gt;&amp;1 | tee results/loop_orders.txt</a:t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README §6.4 要求寄存器实验的 n 能被 6 整除。第 8.2 节正式命令与第 9.2 节报告表格统一使用 66、126、258、510、1026、2046，与 benchmarks/reg_reuse.c 的默认规模一致。循环次序实验按第 8.3 节使用 n=2048、b=64。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该脚本只做额外默认批量检查，不替代正式流程。它不会调用 sbatch，必须在计算节点运行。寄存器默认规模与 README 第 8.2 节相同；Part 3 和 Part 4 的默认 n、b 与正式实验参数不同。</a:t>
            </a:r>
            <a:endParaRPr/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2746b5ede141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2d68a9ab6741cd" /><Relationship Type="http://schemas.openxmlformats.org/officeDocument/2006/relationships/slideLayout" Target="/ppt/slideLayouts/slideLayout1.xml" Id="R4226e492139f40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26e492139f40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083eb86c7487c" /><Relationship Type="http://schemas.openxmlformats.org/officeDocument/2006/relationships/notesSlide" Target="/ppt/notesSlides/notesSlide1.xml" Id="R0a47340fbd1645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37bf82bda4c9c" /><Relationship Type="http://schemas.openxmlformats.org/officeDocument/2006/relationships/notesSlide" Target="/ppt/notesSlides/notesSlide2.xml" Id="R8080c15b3a1f48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9c409796447f3" /><Relationship Type="http://schemas.openxmlformats.org/officeDocument/2006/relationships/notesSlide" Target="/ppt/notesSlides/notesSlide3.xml" Id="R5fea4037b6a74c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6216fb68c4eb2" /><Relationship Type="http://schemas.openxmlformats.org/officeDocument/2006/relationships/notesSlide" Target="/ppt/notesSlides/notesSlide4.xml" Id="R8570bddb24ba41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0a636b4bb4a4e" /><Relationship Type="http://schemas.openxmlformats.org/officeDocument/2006/relationships/notesSlide" Target="/ppt/notesSlides/notesSlide5.xml" Id="R945caef9b5d646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ec4fa4c124871" /><Relationship Type="http://schemas.openxmlformats.org/officeDocument/2006/relationships/notesSlide" Target="/ppt/notesSlides/notesSlide6.xml" Id="R6ee8be24cf344c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b6b6f11a14bfb" /><Relationship Type="http://schemas.openxmlformats.org/officeDocument/2006/relationships/notesSlide" Target="/ppt/notesSlides/notesSlide7.xml" Id="Rfe7bfdb4853b42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bf38fe9104c73" /><Relationship Type="http://schemas.openxmlformats.org/officeDocument/2006/relationships/notesSlide" Target="/ppt/notesSlides/notesSlide8.xml" Id="R4b3409a75d1c4e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43591d45740a5" /><Relationship Type="http://schemas.openxmlformats.org/officeDocument/2006/relationships/notesSlide" Target="/ppt/notesSlides/notesSlide9.xml" Id="R8af15c3e447a45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eb67d888a4f30" /><Relationship Type="http://schemas.openxmlformats.org/officeDocument/2006/relationships/notesSlide" Target="/ppt/notesSlides/notesSlide10.xml" Id="R8233d1b5bca84bc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ae2573477438f" /><Relationship Type="http://schemas.openxmlformats.org/officeDocument/2006/relationships/notesSlide" Target="/ppt/notesSlides/notesSlide11.xml" Id="Rff6c89cf86fb4d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b5d83c32e7410b" /><Relationship Type="http://schemas.openxmlformats.org/officeDocument/2006/relationships/notesSlide" Target="/ppt/notesSlides/notesSlide12.xml" Id="R8f93f3055f9247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20288d2164eb7" /><Relationship Type="http://schemas.openxmlformats.org/officeDocument/2006/relationships/notesSlide" Target="/ppt/notesSlides/notesSlide13.xml" Id="Ra2f7e27580e5434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d3052cd4543a7" /><Relationship Type="http://schemas.openxmlformats.org/officeDocument/2006/relationships/notesSlide" Target="/ppt/notesSlides/notesSlide14.xml" Id="R431b0006ced94fa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f1607c507466e" /><Relationship Type="http://schemas.openxmlformats.org/officeDocument/2006/relationships/notesSlide" Target="/ppt/notesSlides/notesSlide15.xml" Id="Rfe35c0a30aa44d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d5c5e92584416" /><Relationship Type="http://schemas.openxmlformats.org/officeDocument/2006/relationships/notesSlide" Target="/ppt/notesSlides/notesSlide16.xml" Id="Rc260d042736b48d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a96636e524e2d" /><Relationship Type="http://schemas.openxmlformats.org/officeDocument/2006/relationships/notesSlide" Target="/ppt/notesSlides/notesSlide17.xml" Id="R4fc7f3de7f52414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ba7ee1d564172" /><Relationship Type="http://schemas.openxmlformats.org/officeDocument/2006/relationships/notesSlide" Target="/ppt/notesSlides/notesSlide18.xml" Id="Rd182265ca48d45d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6a3b29f7e44ea" /><Relationship Type="http://schemas.openxmlformats.org/officeDocument/2006/relationships/notesSlide" Target="/ppt/notesSlides/notesSlide19.xml" Id="R1eda92d3df754bb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d463762924ffc" /><Relationship Type="http://schemas.openxmlformats.org/officeDocument/2006/relationships/notesSlide" Target="/ppt/notesSlides/notesSlide20.xml" Id="Rb0cf4716012f437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08d14295b4368" /><Relationship Type="http://schemas.openxmlformats.org/officeDocument/2006/relationships/notesSlide" Target="/ppt/notesSlides/notesSlide21.xml" Id="R060aa2f2570b44f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ed421f655411d" /><Relationship Type="http://schemas.openxmlformats.org/officeDocument/2006/relationships/notesSlide" Target="/ppt/notesSlides/notesSlide22.xml" Id="R1ec311445dac44f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e2197e7cc4f79" /><Relationship Type="http://schemas.openxmlformats.org/officeDocument/2006/relationships/notesSlide" Target="/ppt/notesSlides/notesSlide23.xml" Id="Rcfdce1a555af4fd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133b9d501450b" /><Relationship Type="http://schemas.openxmlformats.org/officeDocument/2006/relationships/notesSlide" Target="/ppt/notesSlides/notesSlide24.xml" Id="R375062cde8da4a8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460c42b2248f9" /><Relationship Type="http://schemas.openxmlformats.org/officeDocument/2006/relationships/notesSlide" Target="/ppt/notesSlides/notesSlide25.xml" Id="R5fd96f76484547e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9f8a15b4d45e5" /><Relationship Type="http://schemas.openxmlformats.org/officeDocument/2006/relationships/notesSlide" Target="/ppt/notesSlides/notesSlide26.xml" Id="R1562c42f0b4e458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d4cb4da874b9a" /><Relationship Type="http://schemas.openxmlformats.org/officeDocument/2006/relationships/notesSlide" Target="/ppt/notesSlides/notesSlide27.xml" Id="R7257e5f4fbfa44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aed305c6e4c50" /><Relationship Type="http://schemas.openxmlformats.org/officeDocument/2006/relationships/notesSlide" Target="/ppt/notesSlides/notesSlide28.xml" Id="Rad88ceaf6b1c45f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0a739f0194f92" /><Relationship Type="http://schemas.openxmlformats.org/officeDocument/2006/relationships/notesSlide" Target="/ppt/notesSlides/notesSlide29.xml" Id="R819de7e6f755403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76f19a8894072" /><Relationship Type="http://schemas.openxmlformats.org/officeDocument/2006/relationships/notesSlide" Target="/ppt/notesSlides/notesSlide30.xml" Id="Race95fa6ab1e4a3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840bb9cf94fc5" /><Relationship Type="http://schemas.openxmlformats.org/officeDocument/2006/relationships/notesSlide" Target="/ppt/notesSlides/notesSlide31.xml" Id="R47c109b080b7423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bb5d9392f49d6" /><Relationship Type="http://schemas.openxmlformats.org/officeDocument/2006/relationships/notesSlide" Target="/ppt/notesSlides/notesSlide32.xml" Id="R58e667a30c3c4c5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42e2d38174d21" /><Relationship Type="http://schemas.openxmlformats.org/officeDocument/2006/relationships/notesSlide" Target="/ppt/notesSlides/notesSlide33.xml" Id="Rb824f27e49df452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e7b89e6fd4a8a" /><Relationship Type="http://schemas.openxmlformats.org/officeDocument/2006/relationships/notesSlide" Target="/ppt/notesSlides/notesSlide34.xml" Id="Rc55b7706ca9b493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48a076371401a" /><Relationship Type="http://schemas.openxmlformats.org/officeDocument/2006/relationships/hyperlink" Target="https://docs.hpc.sjtu.edu.cn/login/sshlogin.html" TargetMode="External" Id="Rde5d1650da4841f1" /><Relationship Type="http://schemas.openxmlformats.org/officeDocument/2006/relationships/hyperlink" Target="https://docs.hpc.sjtu.edu.cn/job/slurm.html" TargetMode="External" Id="R71132a1cc58f44cb" /><Relationship Type="http://schemas.openxmlformats.org/officeDocument/2006/relationships/hyperlink" Target="https://docs.hpc.sjtu.edu.cn/transport/transportsolution.html" TargetMode="External" Id="R5989a7101caf4ef8" /><Relationship Type="http://schemas.openxmlformats.org/officeDocument/2006/relationships/notesSlide" Target="/ppt/notesSlides/notesSlide35.xml" Id="Rac13bd175bc44a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(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在登陆终端等待分配后直接进入计算终端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)</a:t>
            </a:r>
            <a:endParaRPr sz="3900" b="1">
              <a:solidFill>
                <a:srgbClr val="EAF1EF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02:00:00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每次修改 src/mygemm.c 后重新编译，再检查相应函数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02:00:00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2 小时，不含排队时间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 lab1.slurm（UTF-8 / LF）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02:00:00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./btest -g 检查学生答案；编码规则按前面的 dlc 与人工检查另行核对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lab2.slurm（UTF-8 / LF）；左列接右列，示例运行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02:00:00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小规模通过后，每次替换末尾为一个正式阶段；同一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§8.2 / §8.3；本页及后续测量代码替换 lab2.slurm 的实验段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srun --cpu-bind=cores ./build/reg_reuse </a:t>
            </a: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66 126 258 510 1026 2046</a:t>
            </a: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寄存器实验：n 必须能被 6 整除，使用上方指定的六个规模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循环次序实验：n=2048、b=64；两项实验分别记录结果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§8.4；固定 n=1024，测试五个块大小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根据 2048 下的确认结果，为 optimal 选择最终块大小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示例 b=64，替换为上一阶段确定的实际最佳块大小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本页以 O3 为例；b=64 仍需替换为实际最佳块大小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§9；在实际运行实验的计算节点记录环境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可选的默认批量检查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36441078-4EA8-4DD2-A580-67F36BE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§8.7；全部函数正确后，在已申请的计算节点运行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B4E138A3-25D4-48D9-A177-1A3609F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bash scripts/run_all.sh mydata.txt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815B7EA7-0B65-4E73-BF55-AB58D0F0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输出：labs/lab2-matrix/results/mydata.txt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EDB511C3-8247-4680-B647-9042B5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脚本使用 build/，并读取程序默认参数：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F032745-3CF2-4554-B197-6F13951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寄存器：66、126、258、510、1026、2046（与正式实验相同）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C861EAC-AEBA-477B-943E-365AAEA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Part 3：n=2000 / b=10；Part 4：n=2040 / b=60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3750734-1DEB-466C-8A72-982D7A5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198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正式报告仍按前面第 8.2～8.6 节的指定参数收集数据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3D5083-361F-47CD-B5E6-637FDEC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scripts/submit.sh 只是本地包装；向调度系统提交作业使用 sbatch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35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de5d1650da4841f1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1132a1cc58f44cb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5989a7101caf4ef8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2026-09-27T09:46:39.7100000Z</dcterms:created>
  <dcterms:modified xsi:type="dcterms:W3CDTF">2026-09-27T09:46:39.7110000Z</dcterms:modified>
</coreProperties>
</file>