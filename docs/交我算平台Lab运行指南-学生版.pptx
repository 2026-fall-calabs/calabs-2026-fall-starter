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ad129411bd4506" /><Relationship Type="http://schemas.openxmlformats.org/officeDocument/2006/relationships/extended-properties" Target="/docProps/app.xml" Id="Rb944b978ae704385" /><Relationship Type="http://schemas.openxmlformats.org/officeDocument/2006/relationships/officeDocument" Target="/ppt/presentation.xml" Id="R330425ee4cd24c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c5ed6fe29f4c16"/>
  </p:sldMasterIdLst>
  <p:notesMasterIdLst>
    <p:notesMasterId xmlns:r="http://schemas.openxmlformats.org/officeDocument/2006/relationships" r:id="Rd87fdbf007d24ba5"/>
  </p:notesMasterIdLst>
  <p:sldIdLst>
    <p:sldId xmlns:r="http://schemas.openxmlformats.org/officeDocument/2006/relationships" id="256" r:id="Rb2e02e3658e242c4"/>
    <p:sldId xmlns:r="http://schemas.openxmlformats.org/officeDocument/2006/relationships" id="257" r:id="R077b516aac984132"/>
    <p:sldId xmlns:r="http://schemas.openxmlformats.org/officeDocument/2006/relationships" id="258" r:id="Rdd88b9d90ca440da"/>
    <p:sldId xmlns:r="http://schemas.openxmlformats.org/officeDocument/2006/relationships" id="259" r:id="Rb39e9ea4d1b44684"/>
    <p:sldId xmlns:r="http://schemas.openxmlformats.org/officeDocument/2006/relationships" id="260" r:id="R963978e44e544dcb"/>
    <p:sldId xmlns:r="http://schemas.openxmlformats.org/officeDocument/2006/relationships" id="261" r:id="Rf3486b0fa5664ed7"/>
    <p:sldId xmlns:r="http://schemas.openxmlformats.org/officeDocument/2006/relationships" id="262" r:id="R7f3140123ed949d8"/>
    <p:sldId xmlns:r="http://schemas.openxmlformats.org/officeDocument/2006/relationships" id="263" r:id="R904d08a020104248"/>
    <p:sldId xmlns:r="http://schemas.openxmlformats.org/officeDocument/2006/relationships" id="264" r:id="R12ce80fa9a3f45a0"/>
    <p:sldId xmlns:r="http://schemas.openxmlformats.org/officeDocument/2006/relationships" id="265" r:id="R0609406cb76d4725"/>
    <p:sldId xmlns:r="http://schemas.openxmlformats.org/officeDocument/2006/relationships" id="266" r:id="R73620e1aaaf1468a"/>
    <p:sldId xmlns:r="http://schemas.openxmlformats.org/officeDocument/2006/relationships" id="267" r:id="R72ea90d79e0f4c9a"/>
    <p:sldId xmlns:r="http://schemas.openxmlformats.org/officeDocument/2006/relationships" id="268" r:id="R4e89228de51a4763"/>
    <p:sldId xmlns:r="http://schemas.openxmlformats.org/officeDocument/2006/relationships" id="269" r:id="R5b3d2e833cc34200"/>
    <p:sldId xmlns:r="http://schemas.openxmlformats.org/officeDocument/2006/relationships" id="270" r:id="R9031323ba1514dea"/>
    <p:sldId xmlns:r="http://schemas.openxmlformats.org/officeDocument/2006/relationships" id="271" r:id="Rcf840c94f8d24177"/>
    <p:sldId xmlns:r="http://schemas.openxmlformats.org/officeDocument/2006/relationships" id="272" r:id="Ree4a438615c7400b"/>
    <p:sldId xmlns:r="http://schemas.openxmlformats.org/officeDocument/2006/relationships" id="273" r:id="R0aec5510e8864e09"/>
    <p:sldId xmlns:r="http://schemas.openxmlformats.org/officeDocument/2006/relationships" id="274" r:id="R372b8df9c25c40ca"/>
    <p:sldId xmlns:r="http://schemas.openxmlformats.org/officeDocument/2006/relationships" id="275" r:id="R32b9278eb9f444be"/>
    <p:sldId xmlns:r="http://schemas.openxmlformats.org/officeDocument/2006/relationships" id="276" r:id="R5015dbc8bba64548"/>
    <p:sldId xmlns:r="http://schemas.openxmlformats.org/officeDocument/2006/relationships" id="277" r:id="Re847fc68f05d4ead"/>
    <p:sldId xmlns:r="http://schemas.openxmlformats.org/officeDocument/2006/relationships" id="278" r:id="R092be74401534158"/>
    <p:sldId xmlns:r="http://schemas.openxmlformats.org/officeDocument/2006/relationships" id="279" r:id="Rcafa3f60cffd44ed"/>
    <p:sldId xmlns:r="http://schemas.openxmlformats.org/officeDocument/2006/relationships" id="280" r:id="Rd80b3c5b6bcb47d3"/>
    <p:sldId xmlns:r="http://schemas.openxmlformats.org/officeDocument/2006/relationships" id="281" r:id="R9989cde1ca27451b"/>
    <p:sldId xmlns:r="http://schemas.openxmlformats.org/officeDocument/2006/relationships" id="282" r:id="R360088e82bec4135"/>
    <p:sldId xmlns:r="http://schemas.openxmlformats.org/officeDocument/2006/relationships" id="283" r:id="Rc0ced8f2c64a4cbf"/>
    <p:sldId xmlns:r="http://schemas.openxmlformats.org/officeDocument/2006/relationships" id="284" r:id="Rcfd5d3fb5c4642f7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9dfa1f998f4f39" /><Relationship Type="http://schemas.openxmlformats.org/officeDocument/2006/relationships/slideMaster" Target="/ppt/slideMasters/slideMaster1.xml" Id="Ra4c5ed6fe29f4c16" /><Relationship Type="http://schemas.openxmlformats.org/officeDocument/2006/relationships/notesMaster" Target="/ppt/notesMasters/notesMaster1.xml" Id="Rd87fdbf007d24ba5" /><Relationship Type="http://schemas.openxmlformats.org/officeDocument/2006/relationships/presProps" Target="/ppt/presProps.xml" Id="Rb59162e33cdb4b6a" /><Relationship Type="http://schemas.openxmlformats.org/officeDocument/2006/relationships/viewProps" Target="/ppt/viewProps.xml" Id="Rd00d80cc799d4002" /><Relationship Type="http://schemas.openxmlformats.org/officeDocument/2006/relationships/tableStyles" Target="/ppt/tableStyles.xml" Id="R28c9774459244418" /><Relationship Type="http://schemas.openxmlformats.org/officeDocument/2006/relationships/slide" Target="/ppt/slides/slide1.xml" Id="Rb2e02e3658e242c4" /><Relationship Type="http://schemas.openxmlformats.org/officeDocument/2006/relationships/slide" Target="/ppt/slides/slide2.xml" Id="R077b516aac984132" /><Relationship Type="http://schemas.openxmlformats.org/officeDocument/2006/relationships/slide" Target="/ppt/slides/slide3.xml" Id="Rdd88b9d90ca440da" /><Relationship Type="http://schemas.openxmlformats.org/officeDocument/2006/relationships/slide" Target="/ppt/slides/slide4.xml" Id="Rb39e9ea4d1b44684" /><Relationship Type="http://schemas.openxmlformats.org/officeDocument/2006/relationships/slide" Target="/ppt/slides/slide5.xml" Id="R963978e44e544dcb" /><Relationship Type="http://schemas.openxmlformats.org/officeDocument/2006/relationships/slide" Target="/ppt/slides/slide6.xml" Id="Rf3486b0fa5664ed7" /><Relationship Type="http://schemas.openxmlformats.org/officeDocument/2006/relationships/slide" Target="/ppt/slides/slide7.xml" Id="R7f3140123ed949d8" /><Relationship Type="http://schemas.openxmlformats.org/officeDocument/2006/relationships/slide" Target="/ppt/slides/slide8.xml" Id="R904d08a020104248" /><Relationship Type="http://schemas.openxmlformats.org/officeDocument/2006/relationships/slide" Target="/ppt/slides/slide9.xml" Id="R12ce80fa9a3f45a0" /><Relationship Type="http://schemas.openxmlformats.org/officeDocument/2006/relationships/slide" Target="/ppt/slides/slide10.xml" Id="R0609406cb76d4725" /><Relationship Type="http://schemas.openxmlformats.org/officeDocument/2006/relationships/slide" Target="/ppt/slides/slide11.xml" Id="R73620e1aaaf1468a" /><Relationship Type="http://schemas.openxmlformats.org/officeDocument/2006/relationships/slide" Target="/ppt/slides/slide12.xml" Id="R72ea90d79e0f4c9a" /><Relationship Type="http://schemas.openxmlformats.org/officeDocument/2006/relationships/slide" Target="/ppt/slides/slide13.xml" Id="R4e89228de51a4763" /><Relationship Type="http://schemas.openxmlformats.org/officeDocument/2006/relationships/slide" Target="/ppt/slides/slide14.xml" Id="R5b3d2e833cc34200" /><Relationship Type="http://schemas.openxmlformats.org/officeDocument/2006/relationships/slide" Target="/ppt/slides/slide15.xml" Id="R9031323ba1514dea" /><Relationship Type="http://schemas.openxmlformats.org/officeDocument/2006/relationships/slide" Target="/ppt/slides/slide16.xml" Id="Rcf840c94f8d24177" /><Relationship Type="http://schemas.openxmlformats.org/officeDocument/2006/relationships/slide" Target="/ppt/slides/slide17.xml" Id="Ree4a438615c7400b" /><Relationship Type="http://schemas.openxmlformats.org/officeDocument/2006/relationships/slide" Target="/ppt/slides/slide18.xml" Id="R0aec5510e8864e09" /><Relationship Type="http://schemas.openxmlformats.org/officeDocument/2006/relationships/slide" Target="/ppt/slides/slide19.xml" Id="R372b8df9c25c40ca" /><Relationship Type="http://schemas.openxmlformats.org/officeDocument/2006/relationships/slide" Target="/ppt/slides/slide20.xml" Id="R32b9278eb9f444be" /><Relationship Type="http://schemas.openxmlformats.org/officeDocument/2006/relationships/slide" Target="/ppt/slides/slide21.xml" Id="R5015dbc8bba64548" /><Relationship Type="http://schemas.openxmlformats.org/officeDocument/2006/relationships/slide" Target="/ppt/slides/slide22.xml" Id="Re847fc68f05d4ead" /><Relationship Type="http://schemas.openxmlformats.org/officeDocument/2006/relationships/slide" Target="/ppt/slides/slide23.xml" Id="R092be74401534158" /><Relationship Type="http://schemas.openxmlformats.org/officeDocument/2006/relationships/slide" Target="/ppt/slides/slide24.xml" Id="Rcafa3f60cffd44ed" /><Relationship Type="http://schemas.openxmlformats.org/officeDocument/2006/relationships/slide" Target="/ppt/slides/slide25.xml" Id="Rd80b3c5b6bcb47d3" /><Relationship Type="http://schemas.openxmlformats.org/officeDocument/2006/relationships/slide" Target="/ppt/slides/slide26.xml" Id="R9989cde1ca27451b" /><Relationship Type="http://schemas.openxmlformats.org/officeDocument/2006/relationships/slide" Target="/ppt/slides/slide27.xml" Id="R360088e82bec4135" /><Relationship Type="http://schemas.openxmlformats.org/officeDocument/2006/relationships/slide" Target="/ppt/slides/slide28.xml" Id="Rc0ced8f2c64a4cbf" /><Relationship Type="http://schemas.openxmlformats.org/officeDocument/2006/relationships/slide" Target="/ppt/slides/slide29.xml" Id="Rcfd5d3fb5c4642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af0e08e36045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3194d04de94d15" /><Relationship Type="http://schemas.openxmlformats.org/officeDocument/2006/relationships/notesMaster" Target="/ppt/notesMasters/notesMaster1.xml" Id="Rc3b71bdca03c4a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7489fb6b554a06" /><Relationship Type="http://schemas.openxmlformats.org/officeDocument/2006/relationships/notesMaster" Target="/ppt/notesMasters/notesMaster1.xml" Id="Ref6719b9ccf348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6924346f2047ae" /><Relationship Type="http://schemas.openxmlformats.org/officeDocument/2006/relationships/notesMaster" Target="/ppt/notesMasters/notesMaster1.xml" Id="Ra96a50c0f57d4e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96b5f154a149bc" /><Relationship Type="http://schemas.openxmlformats.org/officeDocument/2006/relationships/notesMaster" Target="/ppt/notesMasters/notesMaster1.xml" Id="Rf146edb4fe8a42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90c56a450f47a1" /><Relationship Type="http://schemas.openxmlformats.org/officeDocument/2006/relationships/notesMaster" Target="/ppt/notesMasters/notesMaster1.xml" Id="R1b3d8db37d6b4f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74a95e81ba4b55" /><Relationship Type="http://schemas.openxmlformats.org/officeDocument/2006/relationships/notesMaster" Target="/ppt/notesMasters/notesMaster1.xml" Id="R4ae56302223049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df436ae3b245b0" /><Relationship Type="http://schemas.openxmlformats.org/officeDocument/2006/relationships/notesMaster" Target="/ppt/notesMasters/notesMaster1.xml" Id="Re3673892bdf943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7b13bc3c4440e7" /><Relationship Type="http://schemas.openxmlformats.org/officeDocument/2006/relationships/notesMaster" Target="/ppt/notesMasters/notesMaster1.xml" Id="Rdc0d5894d3644a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108f1ee5944273" /><Relationship Type="http://schemas.openxmlformats.org/officeDocument/2006/relationships/notesMaster" Target="/ppt/notesMasters/notesMaster1.xml" Id="R7d3f9b520e6b44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537a436d254ad2" /><Relationship Type="http://schemas.openxmlformats.org/officeDocument/2006/relationships/notesMaster" Target="/ppt/notesMasters/notesMaster1.xml" Id="Rf87c2e8a029341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de32be83ce4f6a" /><Relationship Type="http://schemas.openxmlformats.org/officeDocument/2006/relationships/notesMaster" Target="/ppt/notesMasters/notesMaster1.xml" Id="R19184f028f0c4c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ef1f59124a84a04" /><Relationship Type="http://schemas.openxmlformats.org/officeDocument/2006/relationships/notesMaster" Target="/ppt/notesMasters/notesMaster1.xml" Id="Rc3e03993d232454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18115e835f4014" /><Relationship Type="http://schemas.openxmlformats.org/officeDocument/2006/relationships/notesMaster" Target="/ppt/notesMasters/notesMaster1.xml" Id="Re1b090f29f4341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c91cf190dad482f" /><Relationship Type="http://schemas.openxmlformats.org/officeDocument/2006/relationships/notesMaster" Target="/ppt/notesMasters/notesMaster1.xml" Id="R2f6b0fef5f8a43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7870c66a25d4c6a" /><Relationship Type="http://schemas.openxmlformats.org/officeDocument/2006/relationships/notesMaster" Target="/ppt/notesMasters/notesMaster1.xml" Id="R4c200af3304b4d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3dde50a907645c5" /><Relationship Type="http://schemas.openxmlformats.org/officeDocument/2006/relationships/notesMaster" Target="/ppt/notesMasters/notesMaster1.xml" Id="R27a07ed902e940a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508248082234403" /><Relationship Type="http://schemas.openxmlformats.org/officeDocument/2006/relationships/notesMaster" Target="/ppt/notesMasters/notesMaster1.xml" Id="Rcafadd2173e646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9aeb47305a24b32" /><Relationship Type="http://schemas.openxmlformats.org/officeDocument/2006/relationships/notesMaster" Target="/ppt/notesMasters/notesMaster1.xml" Id="Ra768521b429e484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42f49e039674002" /><Relationship Type="http://schemas.openxmlformats.org/officeDocument/2006/relationships/notesMaster" Target="/ppt/notesMasters/notesMaster1.xml" Id="Rcb1e325628aa40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04ff17ba8b54a4f" /><Relationship Type="http://schemas.openxmlformats.org/officeDocument/2006/relationships/notesMaster" Target="/ppt/notesMasters/notesMaster1.xml" Id="R3814d36703a5476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7227f491d0f4539" /><Relationship Type="http://schemas.openxmlformats.org/officeDocument/2006/relationships/notesMaster" Target="/ppt/notesMasters/notesMaster1.xml" Id="R5d7627db7f59437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cb95bb9dbb7420c" /><Relationship Type="http://schemas.openxmlformats.org/officeDocument/2006/relationships/notesMaster" Target="/ppt/notesMasters/notesMaster1.xml" Id="R84b3b34a22484db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56bfaec84c54844" /><Relationship Type="http://schemas.openxmlformats.org/officeDocument/2006/relationships/notesMaster" Target="/ppt/notesMasters/notesMaster1.xml" Id="R6e1f2fbb7b2847f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1d0d47c65304ca1" /><Relationship Type="http://schemas.openxmlformats.org/officeDocument/2006/relationships/notesMaster" Target="/ppt/notesMasters/notesMaster1.xml" Id="R55bfc505d47849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749aa4746714a58" /><Relationship Type="http://schemas.openxmlformats.org/officeDocument/2006/relationships/notesMaster" Target="/ppt/notesMasters/notesMaster1.xml" Id="Rc85eac47a78b44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b0a914753054d55" /><Relationship Type="http://schemas.openxmlformats.org/officeDocument/2006/relationships/notesMaster" Target="/ppt/notesMasters/notesMaster1.xml" Id="R35bd2b34ddbf46a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4afb93769634e94" /><Relationship Type="http://schemas.openxmlformats.org/officeDocument/2006/relationships/notesMaster" Target="/ppt/notesMasters/notesMaster1.xml" Id="Rd085a6d63ad3487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fc0df134e747ea" /><Relationship Type="http://schemas.openxmlformats.org/officeDocument/2006/relationships/notesMaster" Target="/ppt/notesMasters/notesMaster1.xml" Id="R02717236ac6b4c4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0bf1caa1e42463a" /><Relationship Type="http://schemas.openxmlformats.org/officeDocument/2006/relationships/notesMaster" Target="/ppt/notesMasters/notesMaster1.xml" Id="R984bd407cbc24c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2 小时，不含排队时间；编译、测试与交互终端空闲均计入时限。退出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selftest 检查测试器、参考函数、签名和评分流程，不能证明 bits.c 已完成。make grade 检查学生答案。当前本地 bits.c 是姓名学号为空的学生模板，正式评分会拒绝运行；学生需要按题面自行填写并完成作答。dlc 是 x86-64 Linux 可执行文件，适合 Pi CPU 节点；当前版本不能识别新增 FP8 题的全部规则。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仓库 dlc 的文件模式为 100644，云盘/Windows 传输也可能丢失执行位，首次执行前需 chmod u+x ./dlc。dlc 为 x86-64 Linux ELF，应在 π2.0 CPU 计算节点运行。make selftest 执行 btest -S -g，是参考函数/框架自检；make grade 才检查学生实现。依据 labs/lab1-datalab/Makefile、README.md 与文件模式。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 CMake &gt;= 3.16。默认使用随框架提供的参考 BLAS，不需要安装 MKL 或 OpenBLAS。build-pi2 是独立构建目录，不上传本地的 CMakeCache.txt。当前 CMakeLists 已为 reg_reuse 和 cache_part3 指定 -O0，为 cache_part4_o0..o3 分别指定优化级别；不添加额外全局优化选项。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这些命令覆盖寄存器复用、六种循环次序、六种缓存分块和 optimal 的四个优化级别。48、6 可满足当前框架的整除条件。只把不含 INVALID、退出状态为 0 的测试视为通过。学生空白实现会失败，这是预期行为。小矩阵测试是快速检查，不能证明所有输入均正确。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>reg_reuse 接受多个矩阵维度；cache_part3/cache_part4 接受 n 和块大小 b。6、12、24、48 均满足 6 的倍数要求，48 可被 6 整除。学生空模板会返回非零；ctest 不覆盖学生矩阵实现。依据 benchmarks/*.c、CMakeLists.txt。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本教程的交互式申请和批处理脚本统一使用 02:00:00，即最长运行 2 小时。时限不含排队时间。提前结束会释放资源。正式实验按实测耗时分批或调整时限。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把本页内容保存为 course-labs/lab1.slurm。从仓库根目录提交，提交前先 mkdir -p results，因为 Slurm 在启动脚本前就会打开日志文件。脚本直接在所分配的计算节点执行。set -euo pipefail 使检查失败时作业返回非零。%j 由 Slurm 替换为作业编号。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在登录节点从 course-labs 根目录提交，先 mkdir -p results。日志目录必须在作业启动前存在。VS Code 右下角选 LF，避免 Windows CRLF 导致 sbatch 拒绝脚本。set -e 会在首个失败命令处停止。来源：https://slurm.schedmd.com/sbatch.html；命令目标依据 labs/lab1-datalab/Makefile。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保存为 course-labs/lab2.slurm。左列接右列构成同一脚本，文字讲义提供完整可复制版本。每个作业使用包含 job ID 的独立构建目录，避免不同作业争用构建文件。这里执行小规模检查。正式实验应保留编译和正确性检查，再按课程题面添加运行命令并按实测耗时调整时限。若计算节点缺少工具，先 module avail，再加载实际存在的模块。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>批处理脚本自身加载 CMake；交互节点内的 module load 不会自动改变登录节点随后提交的独立作业。登录 shell 初始化模块命令。默认版本必须 ≥3.16，必要时改为 module avail cmake 中确认的具体版本。来源：https://docs.hpc.sjtu.edu.cn/app/module.html 和 https://slurm.schedmd.com/sbatch.html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当前驱动默认值：reg_reuse 为 66,126,258,510,1026,2046；cache_part3 为 n=2000,b=10；cache_part4 为 n=2040,b=60。当前 README 部分正式规模与 dgemm3 的整除约定不一致，课程发布前应由教师统一。这里的命令仅演示重复运行，不定义新的课程测量规模。2040 和 60 满足 2、3、6 及缓存块的整除条件。CPU 绑核限制进程迁移，不能消除共享节点上的缓存、带宽、频率干扰。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在本地终端下载日志。Windows 或没有 rsync 时，在新建的本地收集目录执行 scp -r jiaowosuan-data:course-labs/results ./。源码需另外下载，参见下一页。关闭 SSH 不会自动结束已提交的 sbatch 作业。取消只针对明确的作业编号。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Windows 默认没有 rsync。本例统一使用 OpenSSH scp -r 下载目录；目标 pi2-results 已创建，因此 results 目录存放于其中。macOS/Linux 的 rsync 可作为讲义中的可选命令。传输从本地发起。来源：https://docs.hpc.sjtu.edu.cn/transport/transportsolution.html 和 https://man.openbsd.org/scp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536ac56fb543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36b846b0864313" /><Relationship Type="http://schemas.openxmlformats.org/officeDocument/2006/relationships/slideLayout" Target="/ppt/slideLayouts/slideLayout1.xml" Id="R00558ab552644d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558ab552644d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633f20b4974b5e" /><Relationship Type="http://schemas.openxmlformats.org/officeDocument/2006/relationships/notesSlide" Target="/ppt/notesSlides/notesSlide1.xml" Id="R6d41eaf0fe4d47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31eaaf1b04c0f" /><Relationship Type="http://schemas.openxmlformats.org/officeDocument/2006/relationships/notesSlide" Target="/ppt/notesSlides/notesSlide2.xml" Id="R99a3d5d4dd5f43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27793cf0a4227" /><Relationship Type="http://schemas.openxmlformats.org/officeDocument/2006/relationships/notesSlide" Target="/ppt/notesSlides/notesSlide3.xml" Id="R67a301cb1a644e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5f97fa0b74361" /><Relationship Type="http://schemas.openxmlformats.org/officeDocument/2006/relationships/notesSlide" Target="/ppt/notesSlides/notesSlide4.xml" Id="R5d4e3a5eeed34b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2d5071dd44a53" /><Relationship Type="http://schemas.openxmlformats.org/officeDocument/2006/relationships/notesSlide" Target="/ppt/notesSlides/notesSlide5.xml" Id="R8b03c5034a3f4b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0e6d44cd04b74" /><Relationship Type="http://schemas.openxmlformats.org/officeDocument/2006/relationships/notesSlide" Target="/ppt/notesSlides/notesSlide6.xml" Id="Rbbb40b1e96ee46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2ba0017c944c4" /><Relationship Type="http://schemas.openxmlformats.org/officeDocument/2006/relationships/notesSlide" Target="/ppt/notesSlides/notesSlide7.xml" Id="R9e27420e3a2c43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dc65fde614c0d" /><Relationship Type="http://schemas.openxmlformats.org/officeDocument/2006/relationships/notesSlide" Target="/ppt/notesSlides/notesSlide8.xml" Id="R84b015ef72604e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15bd5f80c495a" /><Relationship Type="http://schemas.openxmlformats.org/officeDocument/2006/relationships/notesSlide" Target="/ppt/notesSlides/notesSlide9.xml" Id="Rb9de05ddf04442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ab8f82b694e9f" /><Relationship Type="http://schemas.openxmlformats.org/officeDocument/2006/relationships/notesSlide" Target="/ppt/notesSlides/notesSlide10.xml" Id="R3a75b9c2638042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bab1f2a3a4585" /><Relationship Type="http://schemas.openxmlformats.org/officeDocument/2006/relationships/notesSlide" Target="/ppt/notesSlides/notesSlide11.xml" Id="R6f746754989e4b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53294e8984711" /><Relationship Type="http://schemas.openxmlformats.org/officeDocument/2006/relationships/notesSlide" Target="/ppt/notesSlides/notesSlide12.xml" Id="Rc1e45011927348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381f3fd0c4ef7" /><Relationship Type="http://schemas.openxmlformats.org/officeDocument/2006/relationships/notesSlide" Target="/ppt/notesSlides/notesSlide13.xml" Id="R91b9491f9bf144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c3944c6cf423a" /><Relationship Type="http://schemas.openxmlformats.org/officeDocument/2006/relationships/notesSlide" Target="/ppt/notesSlides/notesSlide14.xml" Id="R623065550c9f40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3a449d73048be" /><Relationship Type="http://schemas.openxmlformats.org/officeDocument/2006/relationships/notesSlide" Target="/ppt/notesSlides/notesSlide15.xml" Id="R84de0517bab642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47a0b2d124011" /><Relationship Type="http://schemas.openxmlformats.org/officeDocument/2006/relationships/notesSlide" Target="/ppt/notesSlides/notesSlide16.xml" Id="Re131751c6ddb444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d877a14ce4611" /><Relationship Type="http://schemas.openxmlformats.org/officeDocument/2006/relationships/notesSlide" Target="/ppt/notesSlides/notesSlide17.xml" Id="R072b17ec8dca413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8d8f5b1744169" /><Relationship Type="http://schemas.openxmlformats.org/officeDocument/2006/relationships/notesSlide" Target="/ppt/notesSlides/notesSlide18.xml" Id="Re9891f5a018649a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96b2c9be8a4ab5" /><Relationship Type="http://schemas.openxmlformats.org/officeDocument/2006/relationships/notesSlide" Target="/ppt/notesSlides/notesSlide19.xml" Id="R1dd314f9bcd44f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71d0a5313462e" /><Relationship Type="http://schemas.openxmlformats.org/officeDocument/2006/relationships/notesSlide" Target="/ppt/notesSlides/notesSlide20.xml" Id="Rd1e1b04650ca488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3f58b794f4482" /><Relationship Type="http://schemas.openxmlformats.org/officeDocument/2006/relationships/notesSlide" Target="/ppt/notesSlides/notesSlide21.xml" Id="Raa370e22028a47c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44588ea6645d2" /><Relationship Type="http://schemas.openxmlformats.org/officeDocument/2006/relationships/notesSlide" Target="/ppt/notesSlides/notesSlide22.xml" Id="R1dab4a5bcdd4432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688e5d4c746d6" /><Relationship Type="http://schemas.openxmlformats.org/officeDocument/2006/relationships/notesSlide" Target="/ppt/notesSlides/notesSlide23.xml" Id="R4ff4fb66e21d4d9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ca58e963447cf" /><Relationship Type="http://schemas.openxmlformats.org/officeDocument/2006/relationships/notesSlide" Target="/ppt/notesSlides/notesSlide24.xml" Id="Re814530e8527477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2c1a78c3b4efc" /><Relationship Type="http://schemas.openxmlformats.org/officeDocument/2006/relationships/notesSlide" Target="/ppt/notesSlides/notesSlide25.xml" Id="Rb77b3fef03a84d7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52a80ea8b4b00" /><Relationship Type="http://schemas.openxmlformats.org/officeDocument/2006/relationships/notesSlide" Target="/ppt/notesSlides/notesSlide26.xml" Id="R074ad975398b4f0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0983b5f344b86" /><Relationship Type="http://schemas.openxmlformats.org/officeDocument/2006/relationships/notesSlide" Target="/ppt/notesSlides/notesSlide27.xml" Id="Ra96a43e5a2164da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9537900f74d85" /><Relationship Type="http://schemas.openxmlformats.org/officeDocument/2006/relationships/notesSlide" Target="/ppt/notesSlides/notesSlide28.xml" Id="R669e65869854415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be66cc7ffa4209" /><Relationship Type="http://schemas.openxmlformats.org/officeDocument/2006/relationships/hyperlink" Target="https://docs.hpc.sjtu.edu.cn/login/sshlogin.html" TargetMode="External" Id="R4f5e6c3a6a484155" /><Relationship Type="http://schemas.openxmlformats.org/officeDocument/2006/relationships/hyperlink" Target="https://docs.hpc.sjtu.edu.cn/job/slurm.html" TargetMode="External" Id="R50204793a52a482d" /><Relationship Type="http://schemas.openxmlformats.org/officeDocument/2006/relationships/hyperlink" Target="https://docs.hpc.sjtu.edu.cn/transport/transportsolution.html" TargetMode="External" Id="Rcc91daad88024d54" /><Relationship Type="http://schemas.openxmlformats.org/officeDocument/2006/relationships/notesSlide" Target="/ppt/notesSlides/notesSlide29.xml" Id="R68bb2be03e7d49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(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在登陆终端等待分配后直接进入计算终端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)</a:t>
            </a:r>
            <a:endParaRPr sz="3900" b="1">
              <a:solidFill>
                <a:srgbClr val="EAF1EF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02:00:00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加载默认 CMake 模块并确认版本 ≥ 3.16；模块名称以实际查询为准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1：DataLab 编译与检查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B9A82E2-1865-4C13-A72E-A27ED55F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78C415D-F64F-4EC7-8ADD-7D1D870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BF4F5BE-F2EA-406A-9983-2D488C20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selftest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0E5022B-5E9F-4D7C-A317-9533180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A89E490-3A2D-4E07-9F9F-804C507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BBF4072-5926-4F7D-858E-C3481C0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grade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B358353-C40A-402E-A3AD-835C7F76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007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44B5A37-8EFE-4F06-9CAA-F6BE900D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先填写 bits.c 的姓名和学号。btest 查正确性，dlc 只检查其支持的编码规则。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322707AA-3AD4-470A-93F8-948D9F70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9DDAABF1-C846-4ABD-8CA2-9A79769A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selftest 的满分是框架自检结果；学生答案的得分看 make grade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2：MatrixLab 编译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580AA8B-605E-4FE7-8EC3-747760A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E76CC0D-CE18-42EC-9EDB-A80FDC3D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-S . -B build-pi2 -DBUILD_TESTING=ON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96ADF46-5637-4F54-BFD9-82250329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11D0A58-7B73-4327-8EE1-872F113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--build build-pi2 --parallel 1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D9C4AC-744B-4A47-9E8A-CC90853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build-pi2 &amp;&amp; ctest --output-on-failure)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68CC32C-8FA1-4F4C-AA00-324DCAE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框架已提供参考 BLAS，无需安装额外数学库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831D08D-8C62-42CB-91B9-795597BA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ctest 检查框架和参考 BLAS；学生矩阵乘法还需运行下一页的测试。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2：小矩阵正确性验证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E9B81390-D8EC-4DC0-A2B7-56D86E4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</a:t>
            </a: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reg_reuse</a:t>
            </a: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6 12 24 48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E18FD51-6D86-40D4-BC67-21248FC3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./build-pi2/cache_part3 48 6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B51B5E1A-9B26-48C1-A6C2-6EC8F586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EAE8D44-1B67-48CF-AC6F-586F4509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5A6BAEB-7FCD-48A9-89BD-1CD453FB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./build-pi2/cache_part4_o${opt} 48 6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CFB5CB8-A74C-457D-96B6-CA02FC1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3059BCD-31A0-4D9A-B974-036865B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空模板出现 INVALID 是预期结果；实现函数后应全部通过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4517ACE-DEF7-4E92-BDD2-A8BE10E6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小规模全部通过后，再提交较长的性能实验。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A9988DE3-DB5E-4E6F-B2FA-7A18D235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1925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在计算节点的 ~/course-labs/labs/lab2-matrix 目录执行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02:00:00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2 小时，不含排队时间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 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595D150-0668-459C-AE77-9AA1DB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保存为仓库根目录下的 lab1.slurm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5AEA266-7F1B-4DFB-BE5D-D5EC42B5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F5A557F-CAA0-4F6E-A37E-F1C4E56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098FDD5-37A7-4110-93C9-5D6C602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83816B4-D237-403A-9060-CC9E513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37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</a:t>
            </a: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02:00:00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C48A46E-7125-4647-92A9-656F3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38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1BBD5BF-2939-4B86-91DB-5BE1B0D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AAFEF14-2324-4424-969E-E7D80BD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F69E6C6-F290-4907-B336-5757222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339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91B1DE3-20D9-43EE-BC91-8616674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-j1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F3D62B4-888E-4A06-9749-BB11FC8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340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selftest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219E713-9AE5-47A9-B3C0-0209ECA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grade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D09A94C-64E1-4003-BB13-C7880B40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628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保存为 UTF-8 / LF；提交前先创建 results。未完成答案时 grade 会返回非零。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 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D3C0FF3-0558-4BEB-ACE6-ED7FF2F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 lab2.slurm（UTF-8 / LF）；左列接右列，完整版本见讲义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A00B188-256B-4888-AA3F-FC71A3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19A1864-9B0E-4933-88B2-3F76904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5D376D3-336F-429A-B0A1-C723651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1B067CF-98EB-4287-B58B-7D54202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</a:t>
            </a: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02:00:00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B9E48A0-16A2-4440-BDD7-284C309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242565C-9C12-43F5-BA3D-D685A95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C175A1D-A4C5-44FC-A3DF-ABD2C329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EAF85C-4C1B-4DE4-92BD-D1D232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C35A968-CF4F-4790-B9C8-D54FE8B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341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B="build/pi2-lab2-$SLURM_JOB_ID"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5858B7D-F7EE-49B1-BA07-C07742C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5050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labs/lab2-matrix -B "$B" \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04483B2-D9A9-416A-BBD2-3671822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9527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-DBUILD_TESTING=ON \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F2E9BA5-C49E-4D19-881C-D096A9A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4004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EB62359-7DF1-4B72-BDC9-1477374A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8481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"$B" --parallel 1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9772A91-9F87-41A5-814E-709C036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2957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"$B" &amp;&amp; ctest --output-on-failure)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2D30D09-EADC-4F82-9C2F-DC571E63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7434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"$B/reg_reuse" 6 12 24 48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CEFDEFA-74FD-4B2D-A80C-D976BE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1911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"$B/cache_part3" 48 6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7B726F1-DC39-4394-B788-A38D4B6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6388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C17C360F-FDC1-4892-A83F-C628121A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0864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"$B/cache_part4_o$opt" 48 6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65FF2F7-9ED1-4B7C-A654-4EEA7CAB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5341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FE776CDA-94D2-4EC6-870F-E0C7997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676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先创建 results，再从仓库根目录提交。任一步失败即停止；CMake 模块以实际列表为准。</a:t>
            </a:r>
          </a:p>
        </p:txBody>
      </p:sp>
      <p:sp>
        <p:nvSpPr>
          <p:cNvPr id="25" name="audit-23">
            <a:extLst xmlns:a="http://schemas.openxmlformats.org/drawingml/2006/main">
              <a:ext uri="{FF2B5EF4-FFF2-40B4-BE49-F238E27FC236}">
                <a16:creationId xmlns:a16="http://schemas.microsoft.com/office/drawing/2014/main" id="{66DB346E-4BE5-47F7-AE65-F8A63A91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864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性能实验：规模与测量条件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E053918-C4D3-49B8-B2E8-B5DCB7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正式规模以课程统一题面为准，并满足实现的整除条件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7011224-D9B4-471D-A5E4-7DF58C9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同一组比较保持 CPU 型号、编译器、矩阵规模和块大小一致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12F906E6-C954-435C-8566-212CEC6B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串行运行各个版本，重复 3 次并记录中位数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FFB82A7-400F-4834-AF07-0AF09AE6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62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for rep in 1 2 3; do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B5AD37A-2FF2-48C2-A41C-D802573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  srun --cpu-bind=cores "$B/cache_part4_o3" 2040 60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609C3C0-3A64-4412-9206-0E1589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8706BA5-E0D2-4479-9693-4C6C09F4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532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上例添加到 Lab 2 作业脚本末尾。扩大规模时同步增加作业时限。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90E704-0090-4552-8B1D-56CCAB2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正式记录还应包含主机名、CPU 型号、编译选项和正确性状态。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下载日志并结束实验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8A8C3A1-15A0-463E-A9F1-91F4883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在本地终端下载：macOS / Linux / Windows PowerShell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44B2688-9120-4F84-BDED-4DEBCDF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5BC9EFE-46D4-40F9-8F83-AE28ACE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6271CCE-BC83-4B44-BF3C-89AEEB7D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054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需要主动取消某个作业时，在登录节点执行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54FE189-E016-49D2-AB17-3606BDA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9125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F6225F3-F43E-4509-88A0-2F468547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914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关闭 SSH 后，sbatch 提交的作业仍会继续运行。交互作业结束时输入 exit。</a:t>
            </a:r>
          </a:p>
        </p:txBody>
      </p:sp>
      <p:sp>
        <p:nvSpPr>
          <p:cNvPr id="12" name="audit-8">
            <a:extLst xmlns:a="http://schemas.openxmlformats.org/drawingml/2006/main">
              <a:ext uri="{FF2B5EF4-FFF2-40B4-BE49-F238E27FC236}">
                <a16:creationId xmlns:a16="http://schemas.microsoft.com/office/drawing/2014/main" id="{44F9FA96-E8CF-4F32-89E3-600D8B32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日志位于 pi2-results/results/；已有同名目录时先核对版本</a:t>
            </a:r>
          </a:p>
        </p:txBody>
      </p:sp>
      <p:sp>
        <p:nvSpPr>
          <p:cNvPr id="13" name="audit-9">
            <a:extLst xmlns:a="http://schemas.openxmlformats.org/drawingml/2006/main">
              <a:ext uri="{FF2B5EF4-FFF2-40B4-BE49-F238E27FC236}">
                <a16:creationId xmlns:a16="http://schemas.microsoft.com/office/drawing/2014/main" id="{635AAA4D-73DD-4F65-8ACB-A58F4A19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005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本例使用各系统 OpenSSH 均提供的 scp，无需另装 rsync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加载可用模块，确认版本 ≥ 3.16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4f5e6c3a6a484155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50204793a52a482d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cc91daad88024d54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2026-09-27T09:24:10.9780000Z</dcterms:created>
  <dcterms:modified xsi:type="dcterms:W3CDTF">2026-09-27T09:24:10.9780000Z</dcterms:modified>
</coreProperties>
</file>