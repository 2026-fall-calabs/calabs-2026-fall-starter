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6ab7bff06a4dec" /><Relationship Type="http://schemas.openxmlformats.org/officeDocument/2006/relationships/extended-properties" Target="/docProps/app.xml" Id="Re897881d10804635" /><Relationship Type="http://schemas.openxmlformats.org/officeDocument/2006/relationships/officeDocument" Target="/ppt/presentation.xml" Id="R4d08550abbcf4b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cd11733302f4ccf"/>
  </p:sldMasterIdLst>
  <p:notesMasterIdLst>
    <p:notesMasterId xmlns:r="http://schemas.openxmlformats.org/officeDocument/2006/relationships" r:id="R69f3fb811bd44067"/>
  </p:notesMasterIdLst>
  <p:sldIdLst>
    <p:sldId xmlns:r="http://schemas.openxmlformats.org/officeDocument/2006/relationships" id="256" r:id="R267744d14b634a8b"/>
    <p:sldId xmlns:r="http://schemas.openxmlformats.org/officeDocument/2006/relationships" id="257" r:id="R696942c9314049d5"/>
    <p:sldId xmlns:r="http://schemas.openxmlformats.org/officeDocument/2006/relationships" id="258" r:id="Ree039175ee484467"/>
    <p:sldId xmlns:r="http://schemas.openxmlformats.org/officeDocument/2006/relationships" id="259" r:id="Rab31ace019f74a78"/>
    <p:sldId xmlns:r="http://schemas.openxmlformats.org/officeDocument/2006/relationships" id="260" r:id="R4010a85714be4c51"/>
    <p:sldId xmlns:r="http://schemas.openxmlformats.org/officeDocument/2006/relationships" id="261" r:id="R750e583ce2a34ac3"/>
    <p:sldId xmlns:r="http://schemas.openxmlformats.org/officeDocument/2006/relationships" id="262" r:id="R9ba922d7094c44b3"/>
    <p:sldId xmlns:r="http://schemas.openxmlformats.org/officeDocument/2006/relationships" id="263" r:id="R64548caa82824c4c"/>
    <p:sldId xmlns:r="http://schemas.openxmlformats.org/officeDocument/2006/relationships" id="264" r:id="Rf2ca0ea7c6f24c96"/>
    <p:sldId xmlns:r="http://schemas.openxmlformats.org/officeDocument/2006/relationships" id="265" r:id="R7c89b6f009794216"/>
    <p:sldId xmlns:r="http://schemas.openxmlformats.org/officeDocument/2006/relationships" id="266" r:id="R23abd02030ad460d"/>
    <p:sldId xmlns:r="http://schemas.openxmlformats.org/officeDocument/2006/relationships" id="267" r:id="R669eccf00d414529"/>
    <p:sldId xmlns:r="http://schemas.openxmlformats.org/officeDocument/2006/relationships" id="268" r:id="R243f2b9f75904f68"/>
    <p:sldId xmlns:r="http://schemas.openxmlformats.org/officeDocument/2006/relationships" id="269" r:id="Rac6b8ebb9cfd491f"/>
    <p:sldId xmlns:r="http://schemas.openxmlformats.org/officeDocument/2006/relationships" id="270" r:id="R555429a6826b413d"/>
    <p:sldId xmlns:r="http://schemas.openxmlformats.org/officeDocument/2006/relationships" id="271" r:id="Rfaa418fd6b6d44be"/>
    <p:sldId xmlns:r="http://schemas.openxmlformats.org/officeDocument/2006/relationships" id="272" r:id="Red79ef18c2c94e2e"/>
    <p:sldId xmlns:r="http://schemas.openxmlformats.org/officeDocument/2006/relationships" id="273" r:id="R25b8b9239b4f4d96"/>
    <p:sldId xmlns:r="http://schemas.openxmlformats.org/officeDocument/2006/relationships" id="274" r:id="R043aba2dc8f8410b"/>
    <p:sldId xmlns:r="http://schemas.openxmlformats.org/officeDocument/2006/relationships" id="275" r:id="R57b0ef0882424329"/>
    <p:sldId xmlns:r="http://schemas.openxmlformats.org/officeDocument/2006/relationships" id="276" r:id="Raafdb43ca7d747a7"/>
    <p:sldId xmlns:r="http://schemas.openxmlformats.org/officeDocument/2006/relationships" id="277" r:id="R24507dfffd2d45b2"/>
    <p:sldId xmlns:r="http://schemas.openxmlformats.org/officeDocument/2006/relationships" id="278" r:id="R4b8a5fc8af1046a3"/>
    <p:sldId xmlns:r="http://schemas.openxmlformats.org/officeDocument/2006/relationships" id="279" r:id="R1de2a6eff9ff427b"/>
    <p:sldId xmlns:r="http://schemas.openxmlformats.org/officeDocument/2006/relationships" id="280" r:id="Rd4f5aae7087c4e38"/>
    <p:sldId xmlns:r="http://schemas.openxmlformats.org/officeDocument/2006/relationships" id="281" r:id="R406ec6ec6d844448"/>
    <p:sldId xmlns:r="http://schemas.openxmlformats.org/officeDocument/2006/relationships" id="282" r:id="Rd3f7d335942344a9"/>
    <p:sldId xmlns:r="http://schemas.openxmlformats.org/officeDocument/2006/relationships" id="283" r:id="Rff541385259144ff"/>
    <p:sldId xmlns:r="http://schemas.openxmlformats.org/officeDocument/2006/relationships" id="284" r:id="Re7a2c51de64c408c"/>
    <p:sldId xmlns:r="http://schemas.openxmlformats.org/officeDocument/2006/relationships" id="285" r:id="Ref6a5152ae0648dc"/>
    <p:sldId xmlns:r="http://schemas.openxmlformats.org/officeDocument/2006/relationships" id="286" r:id="Rc950d08191ba49d4"/>
    <p:sldId xmlns:r="http://schemas.openxmlformats.org/officeDocument/2006/relationships" id="287" r:id="R00afe8ace05e40a8"/>
    <p:sldId xmlns:r="http://schemas.openxmlformats.org/officeDocument/2006/relationships" id="288" r:id="R8344d0cdc793428d"/>
    <p:sldId xmlns:r="http://schemas.openxmlformats.org/officeDocument/2006/relationships" id="289" r:id="R511e105092a948a7"/>
    <p:sldId xmlns:r="http://schemas.openxmlformats.org/officeDocument/2006/relationships" id="290" r:id="R2ac6ed7170c04621"/>
  </p:sldIdLst>
  <p:sldSz cx="15240000" cy="85725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1998a662144dbb" /><Relationship Type="http://schemas.openxmlformats.org/officeDocument/2006/relationships/slideMaster" Target="/ppt/slideMasters/slideMaster1.xml" Id="Rfcd11733302f4ccf" /><Relationship Type="http://schemas.openxmlformats.org/officeDocument/2006/relationships/notesMaster" Target="/ppt/notesMasters/notesMaster1.xml" Id="R69f3fb811bd44067" /><Relationship Type="http://schemas.openxmlformats.org/officeDocument/2006/relationships/presProps" Target="/ppt/presProps.xml" Id="Rd252e173bc5d4db1" /><Relationship Type="http://schemas.openxmlformats.org/officeDocument/2006/relationships/viewProps" Target="/ppt/viewProps.xml" Id="R3b2d09f72f6a4392" /><Relationship Type="http://schemas.openxmlformats.org/officeDocument/2006/relationships/tableStyles" Target="/ppt/tableStyles.xml" Id="R9259e61485914e80" /><Relationship Type="http://schemas.openxmlformats.org/officeDocument/2006/relationships/slide" Target="/ppt/slides/slide1.xml" Id="R267744d14b634a8b" /><Relationship Type="http://schemas.openxmlformats.org/officeDocument/2006/relationships/slide" Target="/ppt/slides/slide2.xml" Id="R696942c9314049d5" /><Relationship Type="http://schemas.openxmlformats.org/officeDocument/2006/relationships/slide" Target="/ppt/slides/slide3.xml" Id="Ree039175ee484467" /><Relationship Type="http://schemas.openxmlformats.org/officeDocument/2006/relationships/slide" Target="/ppt/slides/slide4.xml" Id="Rab31ace019f74a78" /><Relationship Type="http://schemas.openxmlformats.org/officeDocument/2006/relationships/slide" Target="/ppt/slides/slide5.xml" Id="R4010a85714be4c51" /><Relationship Type="http://schemas.openxmlformats.org/officeDocument/2006/relationships/slide" Target="/ppt/slides/slide6.xml" Id="R750e583ce2a34ac3" /><Relationship Type="http://schemas.openxmlformats.org/officeDocument/2006/relationships/slide" Target="/ppt/slides/slide7.xml" Id="R9ba922d7094c44b3" /><Relationship Type="http://schemas.openxmlformats.org/officeDocument/2006/relationships/slide" Target="/ppt/slides/slide8.xml" Id="R64548caa82824c4c" /><Relationship Type="http://schemas.openxmlformats.org/officeDocument/2006/relationships/slide" Target="/ppt/slides/slide9.xml" Id="Rf2ca0ea7c6f24c96" /><Relationship Type="http://schemas.openxmlformats.org/officeDocument/2006/relationships/slide" Target="/ppt/slides/slide10.xml" Id="R7c89b6f009794216" /><Relationship Type="http://schemas.openxmlformats.org/officeDocument/2006/relationships/slide" Target="/ppt/slides/slide11.xml" Id="R23abd02030ad460d" /><Relationship Type="http://schemas.openxmlformats.org/officeDocument/2006/relationships/slide" Target="/ppt/slides/slide12.xml" Id="R669eccf00d414529" /><Relationship Type="http://schemas.openxmlformats.org/officeDocument/2006/relationships/slide" Target="/ppt/slides/slide13.xml" Id="R243f2b9f75904f68" /><Relationship Type="http://schemas.openxmlformats.org/officeDocument/2006/relationships/slide" Target="/ppt/slides/slide14.xml" Id="Rac6b8ebb9cfd491f" /><Relationship Type="http://schemas.openxmlformats.org/officeDocument/2006/relationships/slide" Target="/ppt/slides/slide15.xml" Id="R555429a6826b413d" /><Relationship Type="http://schemas.openxmlformats.org/officeDocument/2006/relationships/slide" Target="/ppt/slides/slide16.xml" Id="Rfaa418fd6b6d44be" /><Relationship Type="http://schemas.openxmlformats.org/officeDocument/2006/relationships/slide" Target="/ppt/slides/slide17.xml" Id="Red79ef18c2c94e2e" /><Relationship Type="http://schemas.openxmlformats.org/officeDocument/2006/relationships/slide" Target="/ppt/slides/slide18.xml" Id="R25b8b9239b4f4d96" /><Relationship Type="http://schemas.openxmlformats.org/officeDocument/2006/relationships/slide" Target="/ppt/slides/slide19.xml" Id="R043aba2dc8f8410b" /><Relationship Type="http://schemas.openxmlformats.org/officeDocument/2006/relationships/slide" Target="/ppt/slides/slide20.xml" Id="R57b0ef0882424329" /><Relationship Type="http://schemas.openxmlformats.org/officeDocument/2006/relationships/slide" Target="/ppt/slides/slide21.xml" Id="Raafdb43ca7d747a7" /><Relationship Type="http://schemas.openxmlformats.org/officeDocument/2006/relationships/slide" Target="/ppt/slides/slide22.xml" Id="R24507dfffd2d45b2" /><Relationship Type="http://schemas.openxmlformats.org/officeDocument/2006/relationships/slide" Target="/ppt/slides/slide23.xml" Id="R4b8a5fc8af1046a3" /><Relationship Type="http://schemas.openxmlformats.org/officeDocument/2006/relationships/slide" Target="/ppt/slides/slide24.xml" Id="R1de2a6eff9ff427b" /><Relationship Type="http://schemas.openxmlformats.org/officeDocument/2006/relationships/slide" Target="/ppt/slides/slide25.xml" Id="Rd4f5aae7087c4e38" /><Relationship Type="http://schemas.openxmlformats.org/officeDocument/2006/relationships/slide" Target="/ppt/slides/slide26.xml" Id="R406ec6ec6d844448" /><Relationship Type="http://schemas.openxmlformats.org/officeDocument/2006/relationships/slide" Target="/ppt/slides/slide27.xml" Id="Rd3f7d335942344a9" /><Relationship Type="http://schemas.openxmlformats.org/officeDocument/2006/relationships/slide" Target="/ppt/slides/slide28.xml" Id="Rff541385259144ff" /><Relationship Type="http://schemas.openxmlformats.org/officeDocument/2006/relationships/slide" Target="/ppt/slides/slide29.xml" Id="Re7a2c51de64c408c" /><Relationship Type="http://schemas.openxmlformats.org/officeDocument/2006/relationships/slide" Target="/ppt/slides/slide30.xml" Id="Ref6a5152ae0648dc" /><Relationship Type="http://schemas.openxmlformats.org/officeDocument/2006/relationships/slide" Target="/ppt/slides/slide31.xml" Id="Rc950d08191ba49d4" /><Relationship Type="http://schemas.openxmlformats.org/officeDocument/2006/relationships/slide" Target="/ppt/slides/slide32.xml" Id="R00afe8ace05e40a8" /><Relationship Type="http://schemas.openxmlformats.org/officeDocument/2006/relationships/slide" Target="/ppt/slides/slide33.xml" Id="R8344d0cdc793428d" /><Relationship Type="http://schemas.openxmlformats.org/officeDocument/2006/relationships/slide" Target="/ppt/slides/slide34.xml" Id="R511e105092a948a7" /><Relationship Type="http://schemas.openxmlformats.org/officeDocument/2006/relationships/slide" Target="/ppt/slides/slide35.xml" Id="R2ac6ed7170c046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91b57f152d45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eff3e836764fd4" /><Relationship Type="http://schemas.openxmlformats.org/officeDocument/2006/relationships/notesMaster" Target="/ppt/notesMasters/notesMaster1.xml" Id="Re00c9eee2c6e4e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db4e73b6bc4504" /><Relationship Type="http://schemas.openxmlformats.org/officeDocument/2006/relationships/notesMaster" Target="/ppt/notesMasters/notesMaster1.xml" Id="R30ac1b204ae14b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d0a1dece954eed" /><Relationship Type="http://schemas.openxmlformats.org/officeDocument/2006/relationships/notesMaster" Target="/ppt/notesMasters/notesMaster1.xml" Id="R63208e4dcc204d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1df5d144ae46df" /><Relationship Type="http://schemas.openxmlformats.org/officeDocument/2006/relationships/notesMaster" Target="/ppt/notesMasters/notesMaster1.xml" Id="Re4d01717ee1743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175e37a6fd467a" /><Relationship Type="http://schemas.openxmlformats.org/officeDocument/2006/relationships/notesMaster" Target="/ppt/notesMasters/notesMaster1.xml" Id="Rd7082776dd7c465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903202946d4b2f" /><Relationship Type="http://schemas.openxmlformats.org/officeDocument/2006/relationships/notesMaster" Target="/ppt/notesMasters/notesMaster1.xml" Id="R15a3f215a1144f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40ebfc08b3b49d8" /><Relationship Type="http://schemas.openxmlformats.org/officeDocument/2006/relationships/notesMaster" Target="/ppt/notesMasters/notesMaster1.xml" Id="R251a4cda4d944a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eeb60bc3ba4c2b" /><Relationship Type="http://schemas.openxmlformats.org/officeDocument/2006/relationships/notesMaster" Target="/ppt/notesMasters/notesMaster1.xml" Id="R94e96086e5bb4a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f886125677435f" /><Relationship Type="http://schemas.openxmlformats.org/officeDocument/2006/relationships/notesMaster" Target="/ppt/notesMasters/notesMaster1.xml" Id="R8ffd909c3d3445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225089110f34915" /><Relationship Type="http://schemas.openxmlformats.org/officeDocument/2006/relationships/notesMaster" Target="/ppt/notesMasters/notesMaster1.xml" Id="R6c07783407df40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2e55be6f984a98" /><Relationship Type="http://schemas.openxmlformats.org/officeDocument/2006/relationships/notesMaster" Target="/ppt/notesMasters/notesMaster1.xml" Id="Ra1581623f73746f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10053d8ea2f4b2e" /><Relationship Type="http://schemas.openxmlformats.org/officeDocument/2006/relationships/notesMaster" Target="/ppt/notesMasters/notesMaster1.xml" Id="R0c25f593a9ae4a5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ab3f71aac544f73" /><Relationship Type="http://schemas.openxmlformats.org/officeDocument/2006/relationships/notesMaster" Target="/ppt/notesMasters/notesMaster1.xml" Id="R19227b1171ca485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387a593ca114c5d" /><Relationship Type="http://schemas.openxmlformats.org/officeDocument/2006/relationships/notesMaster" Target="/ppt/notesMasters/notesMaster1.xml" Id="R09ed9eed02ff408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e3dcbf192014a17" /><Relationship Type="http://schemas.openxmlformats.org/officeDocument/2006/relationships/notesMaster" Target="/ppt/notesMasters/notesMaster1.xml" Id="Rcf267f24cfaf490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843bcbd2f41474d" /><Relationship Type="http://schemas.openxmlformats.org/officeDocument/2006/relationships/notesMaster" Target="/ppt/notesMasters/notesMaster1.xml" Id="Ra8880b95c440414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d7f94d1d88349a8" /><Relationship Type="http://schemas.openxmlformats.org/officeDocument/2006/relationships/notesMaster" Target="/ppt/notesMasters/notesMaster1.xml" Id="Rff7eff146cbf45e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fd8d9c2076144e1" /><Relationship Type="http://schemas.openxmlformats.org/officeDocument/2006/relationships/notesMaster" Target="/ppt/notesMasters/notesMaster1.xml" Id="Rf1bf08cbaff540a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fee5a9edf5e4a7f" /><Relationship Type="http://schemas.openxmlformats.org/officeDocument/2006/relationships/notesMaster" Target="/ppt/notesMasters/notesMaster1.xml" Id="Ref8f3d2a0b9e47d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facfd940b3a4cf0" /><Relationship Type="http://schemas.openxmlformats.org/officeDocument/2006/relationships/notesMaster" Target="/ppt/notesMasters/notesMaster1.xml" Id="Re5eb7ba6101a42c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f9651b8277148a8" /><Relationship Type="http://schemas.openxmlformats.org/officeDocument/2006/relationships/notesMaster" Target="/ppt/notesMasters/notesMaster1.xml" Id="R01ffc9d5a74448e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062a1db2d444ac8" /><Relationship Type="http://schemas.openxmlformats.org/officeDocument/2006/relationships/notesMaster" Target="/ppt/notesMasters/notesMaster1.xml" Id="R4fe554ac70364b7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7f09bf1973a48be" /><Relationship Type="http://schemas.openxmlformats.org/officeDocument/2006/relationships/notesMaster" Target="/ppt/notesMasters/notesMaster1.xml" Id="Ra7e1ef9628a3430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839fe3381544e0a" /><Relationship Type="http://schemas.openxmlformats.org/officeDocument/2006/relationships/notesMaster" Target="/ppt/notesMasters/notesMaster1.xml" Id="R24315cb85ef1400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6785e775a474ba4" /><Relationship Type="http://schemas.openxmlformats.org/officeDocument/2006/relationships/notesMaster" Target="/ppt/notesMasters/notesMaster1.xml" Id="R3d7b49e9c997480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73ff958a1d841f6" /><Relationship Type="http://schemas.openxmlformats.org/officeDocument/2006/relationships/notesMaster" Target="/ppt/notesMasters/notesMaster1.xml" Id="Rbc04e10f26244da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db2df28af654a94" /><Relationship Type="http://schemas.openxmlformats.org/officeDocument/2006/relationships/notesMaster" Target="/ppt/notesMasters/notesMaster1.xml" Id="R8c2c973b586d47b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f9b3eef1bf047c9" /><Relationship Type="http://schemas.openxmlformats.org/officeDocument/2006/relationships/notesMaster" Target="/ppt/notesMasters/notesMaster1.xml" Id="Rb37dd7a45e314b7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ddd11202cf74586" /><Relationship Type="http://schemas.openxmlformats.org/officeDocument/2006/relationships/notesMaster" Target="/ppt/notesMasters/notesMaster1.xml" Id="Rb98a9de353be41f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d82379a252c4e64" /><Relationship Type="http://schemas.openxmlformats.org/officeDocument/2006/relationships/notesMaster" Target="/ppt/notesMasters/notesMaster1.xml" Id="Ra8426f0663f94fb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9f3a44b9bcd4010" /><Relationship Type="http://schemas.openxmlformats.org/officeDocument/2006/relationships/notesMaster" Target="/ppt/notesMasters/notesMaster1.xml" Id="Re19ff2e4e6114f1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e83b43b090f4653" /><Relationship Type="http://schemas.openxmlformats.org/officeDocument/2006/relationships/notesMaster" Target="/ppt/notesMasters/notesMaster1.xml" Id="Raf536133494a494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f4a00a1052142be" /><Relationship Type="http://schemas.openxmlformats.org/officeDocument/2006/relationships/notesMaster" Target="/ppt/notesMasters/notesMaster1.xml" Id="Re3fc6ff5fd4642c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5fefe684383417b" /><Relationship Type="http://schemas.openxmlformats.org/officeDocument/2006/relationships/notesMaster" Target="/ppt/notesMasters/notesMaster1.xml" Id="R05e701dab6c44b3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3979cbfa6ce4838" /><Relationship Type="http://schemas.openxmlformats.org/officeDocument/2006/relationships/notesMaster" Target="/ppt/notesMasters/notesMaster1.xml" Id="Rb832149e361047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本课程先确认教学账号已开放免密证书申请。登录管理平台后核对账号，并按提示完成身份绑定和授权。一键生成后，将下载目录里的私钥与证书两个文件移入本地 .ssh 目录，具体操作见随后两页。以下示例文件名为 id_ed25519 和 id_ed25519-cert.pub，学生应按实际下载文件名替换。已有密钥时可以提交对应公钥申请证书，继续使用原私钥。申请功能不可用时继续密码登录并联系助教。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这些命令全部在学生自己的电脑执行。mv 将两个文件从 Downloads 移到 .ssh，config 随后指向移动后的路径。-i 让同名覆盖前先询问，遇到已有密钥应回答 n 并先核对用途，可另建目录保存后调整 config。保留下载文件名，不批量移动 Downloads 中的其他文件。若实际是 id_rsa 与 id_rsa-cert.pub，替换命令中的对应名称。如果浏览器下载到其他目录，则替换 Downloads 路径。本步骤只需私钥与证书两个文件。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Set-Location 切换到用户自己的本地目录，所以后续 .ssh 和 Downloads 都是该用户目录下的子目录。Move-Item 不加 -Force，已有同名目标文件时先处理冲突。也可用文件资源管理器剪切下载的两个文件，在地址栏输入 C:/Users/你的用户名/.ssh/ 后粘贴。Windows 不运行上一页的 chmod 命令。若下载文件名为 id_rsa 与 id_rsa-cert.pub，替换命令中的对应名称。两个文件仅用于本人本地 SSH 登录，不上传作业。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把三行分别加到已有 Host jiaowosuan 与 Host jiaowosuan-data 配置段中，User 填对应超算账号。IdentityFile 和 CertificateFile 指向移动后保存在本地 .ssh 中的文件。Windows 也可以填写 C:/Users/your_name/.ssh/ 下的绝对路径；包含空格时加双引号。IdentitiesOnly yes 限制认证身份为配置中的密钥和证书，避免额外尝试 ssh-agent 提供的其他身份；它不会禁用密码或 keyboard-interactive 认证，也不免除私钥自身的 passphrase。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https://man.openbsd.org/ssh_config#IdentitiesOnly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日常使用 ssh jiaowosuan 即可，VS Code Remote-SSH 也使用同一 Host 配置。出现账号密码提示意味着这次没有完成证书免密，应检查路径、匹配关系、证书有效期和账号名。私钥 passphrase 是本地保护口令，不是超算账号密码。可选测试中的 -o 是 SSH 命令行临时配置参数；PreferredAuthentications=publickey 只允许本次用公钥或证书认证，防止回退到密码后误以为免密已成功。不需要把此选项写入日常配置。证书详情可先在本地终端进入 .ssh，再执行 ssh-keygen -L -f id_ed25519-cert.pub，检查 Valid 和 Principals。保留密码登录途径方便排错。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https://man.openbsd.org/ssh_config#PreferredAuthentications</a:t>
            </a:r>
          </a:p>
          <a:p xmlns:a="http://schemas.openxmlformats.org/drawingml/2006/main">
            <a:r>
              <a:t>https://man.openbsd.org/ssh-keygen</a:t>
            </a:r>
          </a:p>
          <a:p xmlns:a="http://schemas.openxmlformats.org/drawingml/2006/main">
            <a:r>
              <a:t>PreferredAuthentications=publickey 限制为公钥认证方法，该方法包含证书与普通公钥；在交我算平台使用已签发的证书。重新一键生成会生成新密钥，必须同时更新私钥与证书。来源：https://man.openbsd.org/ssh_config 和 https://docs.hpc.sjtu.edu.cn/accounts/security.html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足以运行当前串行框架。最长运行 20 分钟，不含排队时间；编译、测试与交互终端空闲均计入时限。退出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srun 分配后启动登录 shell，初始化计算节点的软件模块环境。module load cmake 加载默认版本；若不可用或版本低于 3.16，从 module avail cmake 选择实际存在的版本。官方 KOS 页面示例为 cmake/3.26.3-gcc-8.5.0，账号权限和模块版本以现场查询为准。来源：https://docs.hpc.sjtu.edu.cn/job/kos.html 和 https://docs.hpc.sjtu.edu.cn/app/module.html</a:t>
            </a:r>
          </a:p>
          <a:p xmlns:a="http://schemas.openxmlformats.org/drawingml/2006/main">
            <a:endParaRPr/>
          </a:p>
          <a:p xmlns:a="http://schemas.openxmlformats.org/drawingml/2006/main">
            <a:endParaRPr/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make selftest 是框架自检，不替代学生答案测试。dlc 是 x86-64 Linux 程序，先 chmod u+x 添加执行位。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使用新下载且无旧 CMake 缓存的源码目录；build 不跨本地与集群复用。BUILD_TESTING 默认开启、LAB_USE_SYSTEM_BLAS 默认关闭。CMake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与 README 第 7.2 节的六条程序命令完全一致。ctest 不覆盖这些学生函数。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本教程的交互式申请和批处理脚本统一使用 00:20:00，即最长运行 20 分钟。时限不含排队时间。提前结束会释放资源。正式实验按实测耗时分批或调整时限。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脚本从仓库根目录提交。先在登录节点 mkdir -p results，Slurm 日志为根目录 results/lab1-%j.log。姓名学号未填或答案错误时返回非零。set -euo pipefail 在失败时停止。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</a:p>
          <a:p xmlns:a="http://schemas.openxmlformats.org/drawingml/2006/main">
            <a:r>
              <a:t>完整脚本：</a:t>
            </a:r>
          </a:p>
          <a:p xmlns:a="http://schemas.openxmlformats.org/drawingml/2006/main">
            <a:r>
              <a:t>#!/bin/bash -l</a:t>
            </a:r>
          </a:p>
          <a:p xmlns:a="http://schemas.openxmlformats.org/drawingml/2006/main">
            <a:r>
              <a:t>#SBATCH -J matrixlab</a:t>
            </a:r>
          </a:p>
          <a:p xmlns:a="http://schemas.openxmlformats.org/drawingml/2006/main">
            <a:r>
              <a:t>#SBATCH -p cpu -N 1 -n 1 -c 1</a:t>
            </a:r>
          </a:p>
          <a:p xmlns:a="http://schemas.openxmlformats.org/drawingml/2006/main">
            <a:r>
              <a:t>#SBATCH -t 00:20:00</a:t>
            </a:r>
          </a:p>
          <a:p xmlns:a="http://schemas.openxmlformats.org/drawingml/2006/main">
            <a:r>
              <a:t>#SBATCH -o results/lab2-%j.log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set -euo pipefail</a:t>
            </a:r>
          </a:p>
          <a:p xmlns:a="http://schemas.openxmlformats.org/drawingml/2006/main">
            <a:r>
              <a:t>cd "$SLURM_SUBMIT_DIR"</a:t>
            </a:r>
          </a:p>
          <a:p xmlns:a="http://schemas.openxmlformats.org/drawingml/2006/main">
            <a:r>
              <a:t>cd labs/lab2-matrix</a:t>
            </a:r>
          </a:p>
          <a:p xmlns:a="http://schemas.openxmlformats.org/drawingml/2006/main">
            <a:r>
              <a:t>module load cmake</a:t>
            </a:r>
          </a:p>
          <a:p xmlns:a="http://schemas.openxmlformats.org/drawingml/2006/main">
            <a:r>
              <a:t>cmake -S . -B build</a:t>
            </a:r>
          </a:p>
          <a:p xmlns:a="http://schemas.openxmlformats.org/drawingml/2006/main">
            <a:r>
              <a:t>cmake --build build -j1</a:t>
            </a:r>
          </a:p>
          <a:p xmlns:a="http://schemas.openxmlformats.org/drawingml/2006/main">
            <a:r>
              <a:t>ctest --test-dir build --output-on-failure</a:t>
            </a:r>
          </a:p>
          <a:p xmlns:a="http://schemas.openxmlformats.org/drawingml/2006/main">
            <a:r>
              <a:t>mkdir -p results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srun --cpu-bind=cores \</a:t>
            </a:r>
          </a:p>
          <a:p xmlns:a="http://schemas.openxmlformats.org/drawingml/2006/main">
            <a:r>
              <a:t>  ./build/cache_part3 2048 64 \</a:t>
            </a:r>
          </a:p>
          <a:p xmlns:a="http://schemas.openxmlformats.org/drawingml/2006/main">
            <a:r>
              <a:t>  2&gt;&amp;1 | tee results/loop_orders.txt</a:t>
            </a:r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</a:p>
          <a:p xmlns:a="http://schemas.openxmlformats.org/drawingml/2006/main">
            <a:r>
              <a:t>README §6.4 要求寄存器实验的 n 能被 6 整除。第 8.2 节正式命令与第 9.2 节报告表格统一使用 66、126、258、510、1026、2046，与 benchmarks/reg_reuse.c 的默认规模一致。循环次序实验按第 8.3 节使用 n=2048、b=64。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: &gt; 和 tee 会覆盖同名日志，重跑前保存上一批结果。cache_part3 每次都会运行全部 12 个算法。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候选值来自 n=1024 的实际结果，最大规模确认后选择最终 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四个优化级别必须保持同一 n、b 和源码。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对其他正式配置也建议重复 3 次。保存同名文件旧版本，防止覆盖。记录正确性结果，INVALID 数据不作为有效性能数据。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echo "===== CPU ====="</a:t>
            </a:r>
          </a:p>
          <a:p xmlns:a="http://schemas.openxmlformats.org/drawingml/2006/main">
            <a:r>
              <a:t>  lscpu</a:t>
            </a:r>
          </a:p>
          <a:p xmlns:a="http://schemas.openxmlformats.org/drawingml/2006/main">
            <a:r>
              <a:t>  echo "===== Compiler ====="</a:t>
            </a:r>
          </a:p>
          <a:p xmlns:a="http://schemas.openxmlformats.org/drawingml/2006/main">
            <a:r>
              <a:t>  gcc --version</a:t>
            </a:r>
          </a:p>
          <a:p xmlns:a="http://schemas.openxmlformats.org/drawingml/2006/main">
            <a:r>
              <a:t>  echo "===== CMake ====="</a:t>
            </a:r>
          </a:p>
          <a:p xmlns:a="http://schemas.openxmlformats.org/drawingml/2006/main">
            <a:r>
              <a:t>  cmake --version</a:t>
            </a:r>
          </a:p>
          <a:p xmlns:a="http://schemas.openxmlformats.org/drawingml/2006/main">
            <a:r>
              <a:t>  echo "===== System ====="</a:t>
            </a:r>
          </a:p>
          <a:p xmlns:a="http://schemas.openxmlformats.org/drawingml/2006/main">
            <a:r>
              <a:t>  uname -a</a:t>
            </a:r>
          </a:p>
          <a:p xmlns:a="http://schemas.openxmlformats.org/drawingml/2006/main">
            <a:r>
              <a:t>} &gt; results/environment.txt</a:t>
            </a:r>
          </a:p>
          <a:p xmlns:a="http://schemas.openxmlformats.org/drawingml/2006/main">
            <a:r>
              <a:t>使用 Clang 时将 gcc --version 改为 clang --version。报告表格字段、曲线和候选块最大规模确认结果以 README 第 9 节为准。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该脚本只做额外默认批量检查，不替代正式流程。它不会调用 sbatch，必须在计算节点运行。寄存器默认规模与 README 第 8.2 节相同；Part 3 和 Part 4 的默认 n、b 与正式实验参数不同。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将 123456 替换为本次 Lab2 的作业 ID。排队时日志可能尚未创建，tail -F 会等待文件出现；退出查看只中断 tail，不会取消作业。作业完成后 sacct 可查看状态与退出码。来源：https://www.gnu.org/software/coreutils/manual/html_node/tail-invocation.html 和 https://slurm.schedmd.com/sacct.html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https://docs.hpc.sjtu.edu.cn/transport/transportsolution.html 使用不存在的 slurm、lab2 目标目录，将两个远程 results 分别保存。已有结果先归档，重新下载时使用新的本地父目录。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按当前 Lab 选择下载命令。学生在云盘源码收集任务中上传单个 .c 文件；云盘可按学号和姓名重命名。报告与日志按教师指定的其他入口提交。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示例学号与姓名为虚构。课程收集任务设置学号和姓名命名字段，学生按字段填写。当前 Lab 1/2 的源码各为一个文件。教师给出具体链接、报告入口与截止时间。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云盘支持多次提交，同名文件可选择替换旧文件或保存两份。本课程建议替换，避免多版本无法确定。截止时间由收集任务有效期和课程通知确定。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当前流水线自动评分只覆盖数值/位级正确性。Lab 1 保留 50 分制及单个错误半分规则；Lab 2 保留 100 分制。未决收件与环境问题保留空分待处理。教师统一处理反馈，不在学生共享目录发布全班成绩。依据课程 grader/README.md 与 docs/作业提交说明.md。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缓存必须使用新的构建目录，不能跨本地和集群复用。在已申请的计算节点运行 scripts/run_all.sh；批处理作业在登录节点通过 sbatch 提交。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4d9d8c54d24a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ea1b17163a4fa9" /><Relationship Type="http://schemas.openxmlformats.org/officeDocument/2006/relationships/slideLayout" Target="/ppt/slideLayouts/slideLayout1.xml" Id="R2cbd864ee68d4a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bd864ee68d4a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428656ce64562" /><Relationship Type="http://schemas.openxmlformats.org/officeDocument/2006/relationships/notesSlide" Target="/ppt/notesSlides/notesSlide1.xml" Id="R9ca1188ce5274a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88410ae754653" /><Relationship Type="http://schemas.openxmlformats.org/officeDocument/2006/relationships/notesSlide" Target="/ppt/notesSlides/notesSlide2.xml" Id="Re53171f0c72746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c1341448b49b2" /><Relationship Type="http://schemas.openxmlformats.org/officeDocument/2006/relationships/notesSlide" Target="/ppt/notesSlides/notesSlide3.xml" Id="R51e9ab7e9d4545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833225f4b49c1" /><Relationship Type="http://schemas.openxmlformats.org/officeDocument/2006/relationships/notesSlide" Target="/ppt/notesSlides/notesSlide4.xml" Id="Rc9940a61880340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7290764b046e7" /><Relationship Type="http://schemas.openxmlformats.org/officeDocument/2006/relationships/notesSlide" Target="/ppt/notesSlides/notesSlide5.xml" Id="R2f147d1ecd6e42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9c43a365a4b84" /><Relationship Type="http://schemas.openxmlformats.org/officeDocument/2006/relationships/notesSlide" Target="/ppt/notesSlides/notesSlide6.xml" Id="R5d386e4dcd4144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41819a63b4050" /><Relationship Type="http://schemas.openxmlformats.org/officeDocument/2006/relationships/notesSlide" Target="/ppt/notesSlides/notesSlide7.xml" Id="R65d524a0c57b47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fbb9ea4c014c2c" /><Relationship Type="http://schemas.openxmlformats.org/officeDocument/2006/relationships/notesSlide" Target="/ppt/notesSlides/notesSlide8.xml" Id="R9cdf465a03334bf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8519f2093e4f4b" /><Relationship Type="http://schemas.openxmlformats.org/officeDocument/2006/relationships/notesSlide" Target="/ppt/notesSlides/notesSlide9.xml" Id="R21813a12499c47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7199cabde4cea" /><Relationship Type="http://schemas.openxmlformats.org/officeDocument/2006/relationships/notesSlide" Target="/ppt/notesSlides/notesSlide10.xml" Id="R045cbd3d222745f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0c1415363475f" /><Relationship Type="http://schemas.openxmlformats.org/officeDocument/2006/relationships/notesSlide" Target="/ppt/notesSlides/notesSlide11.xml" Id="Re3d0bc4c066146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247705ae994338" /><Relationship Type="http://schemas.openxmlformats.org/officeDocument/2006/relationships/notesSlide" Target="/ppt/notesSlides/notesSlide12.xml" Id="R748a24d0ee37429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5224ad23641fd" /><Relationship Type="http://schemas.openxmlformats.org/officeDocument/2006/relationships/notesSlide" Target="/ppt/notesSlides/notesSlide13.xml" Id="R5fe3f41afbb546e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229aee3fa7440f" /><Relationship Type="http://schemas.openxmlformats.org/officeDocument/2006/relationships/notesSlide" Target="/ppt/notesSlides/notesSlide14.xml" Id="Rcedb9d0477b746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e9767619b44ad" /><Relationship Type="http://schemas.openxmlformats.org/officeDocument/2006/relationships/notesSlide" Target="/ppt/notesSlides/notesSlide15.xml" Id="Ra22802a6024f45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e46d458dd4502" /><Relationship Type="http://schemas.openxmlformats.org/officeDocument/2006/relationships/notesSlide" Target="/ppt/notesSlides/notesSlide16.xml" Id="Rc58bb6aedc6b405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052f1039334a04" /><Relationship Type="http://schemas.openxmlformats.org/officeDocument/2006/relationships/notesSlide" Target="/ppt/notesSlides/notesSlide17.xml" Id="R9c90cb33230a42c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89605ba7e47c9" /><Relationship Type="http://schemas.openxmlformats.org/officeDocument/2006/relationships/notesSlide" Target="/ppt/notesSlides/notesSlide18.xml" Id="Rf28ba583c47346f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f580d169c64b70" /><Relationship Type="http://schemas.openxmlformats.org/officeDocument/2006/relationships/notesSlide" Target="/ppt/notesSlides/notesSlide19.xml" Id="R7001b4dbc41144f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faa6624884a57" /><Relationship Type="http://schemas.openxmlformats.org/officeDocument/2006/relationships/notesSlide" Target="/ppt/notesSlides/notesSlide20.xml" Id="R95942a33ef91483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5e67498ebc4902" /><Relationship Type="http://schemas.openxmlformats.org/officeDocument/2006/relationships/notesSlide" Target="/ppt/notesSlides/notesSlide21.xml" Id="R71df410fae70465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0da8560bc47ad" /><Relationship Type="http://schemas.openxmlformats.org/officeDocument/2006/relationships/notesSlide" Target="/ppt/notesSlides/notesSlide22.xml" Id="R0106def673b143b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3b232a78c4d73" /><Relationship Type="http://schemas.openxmlformats.org/officeDocument/2006/relationships/notesSlide" Target="/ppt/notesSlides/notesSlide23.xml" Id="R0e5051db9ce942a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fade1f61e4d46" /><Relationship Type="http://schemas.openxmlformats.org/officeDocument/2006/relationships/notesSlide" Target="/ppt/notesSlides/notesSlide24.xml" Id="Recfe8878edc4449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8458d148e2428d" /><Relationship Type="http://schemas.openxmlformats.org/officeDocument/2006/relationships/notesSlide" Target="/ppt/notesSlides/notesSlide25.xml" Id="R6587b06447c245b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f1fa470ba4c12" /><Relationship Type="http://schemas.openxmlformats.org/officeDocument/2006/relationships/notesSlide" Target="/ppt/notesSlides/notesSlide26.xml" Id="R0aad851c7b1f43a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c37b95ec646ff" /><Relationship Type="http://schemas.openxmlformats.org/officeDocument/2006/relationships/notesSlide" Target="/ppt/notesSlides/notesSlide27.xml" Id="Ra3ceb76e022c4d7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017a17d5be4c12" /><Relationship Type="http://schemas.openxmlformats.org/officeDocument/2006/relationships/notesSlide" Target="/ppt/notesSlides/notesSlide28.xml" Id="R688f8cb0c59d41b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430c967894acf" /><Relationship Type="http://schemas.openxmlformats.org/officeDocument/2006/relationships/notesSlide" Target="/ppt/notesSlides/notesSlide29.xml" Id="R73d96054c5b7485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5a0ef9c9014052" /><Relationship Type="http://schemas.openxmlformats.org/officeDocument/2006/relationships/notesSlide" Target="/ppt/notesSlides/notesSlide30.xml" Id="Rbe9df7f1e5384b4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bddb30234b418a" /><Relationship Type="http://schemas.openxmlformats.org/officeDocument/2006/relationships/notesSlide" Target="/ppt/notesSlides/notesSlide31.xml" Id="R65a605eab92248a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c0a1ecb6f4676" /><Relationship Type="http://schemas.openxmlformats.org/officeDocument/2006/relationships/notesSlide" Target="/ppt/notesSlides/notesSlide32.xml" Id="Rfc8211b30849450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2ccee23a14157" /><Relationship Type="http://schemas.openxmlformats.org/officeDocument/2006/relationships/notesSlide" Target="/ppt/notesSlides/notesSlide33.xml" Id="R8a2cf00af16e48a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76d8d3fce497b" /><Relationship Type="http://schemas.openxmlformats.org/officeDocument/2006/relationships/notesSlide" Target="/ppt/notesSlides/notesSlide34.xml" Id="R59ba88b12c8f41d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398065cf14968" /><Relationship Type="http://schemas.openxmlformats.org/officeDocument/2006/relationships/hyperlink" Target="https://docs.hpc.sjtu.edu.cn/login/sshlogin.html" TargetMode="External" Id="R766c294df41042c5" /><Relationship Type="http://schemas.openxmlformats.org/officeDocument/2006/relationships/hyperlink" Target="https://docs.hpc.sjtu.edu.cn/job/slurm.html" TargetMode="External" Id="Rbdb48d6f0bee4448" /><Relationship Type="http://schemas.openxmlformats.org/officeDocument/2006/relationships/hyperlink" Target="https://docs.hpc.sjtu.edu.cn/transport/transportsolution.html" TargetMode="External" Id="Ra3f49e51ea2c4108" /><Relationship Type="http://schemas.openxmlformats.org/officeDocument/2006/relationships/notesSlide" Target="/ppt/notesSlides/notesSlide35.xml" Id="Rfaa0779924dc40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学生免密登录：申请证书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8A01086-6CB9-40E6-803E-55C25685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适用：账号已开放证书申请，并能正常使用密码登录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7E2E5067-8024-4B71-861B-417A8CF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在本地浏览器打开超算管理系统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F81AABA0-2008-4ADA-80CC-B50C19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https://my.hpc.sjtu.edu.cn/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E43AD0A-EDA9-4924-B597-FD0E705B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核对登录账号，按提示完成 jAccount / 邮箱绑定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1689C4C-F8EF-42AC-9A41-0238D9BF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在证书申请中选择“一键生成”或提交已有公钥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6A6BF024-7340-42F7-9657-3EC677A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按页面提示完成授权，一键生成后下载私钥与证书两个文件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7D0A37E-CA0E-455F-A292-6537AC80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使用已有密钥时，只提交公钥（.pub），保留原私钥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6A1678C-44DC-4AA3-A04E-95E7087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申请权限以实际账号为准。若无入口或申请失败，继续使用密码登录并联系助教。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.ssh：macOS / Linux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6F5F777-E3D7-4B0F-BC54-04DA395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一键生成的两个文件保存在本地 Downloads 下载目录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5EA82D8-1A88-4930-A98C-205BCE66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id_ed25519 是私钥，id_ed25519-cert.pub 是证书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3F0414F7-D087-4054-96A0-E798353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9F89B84E-A135-434B-A2AC-9A35F4F7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 ~/.ssh/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FA96A641-E2F0-41E5-A9B9-3FE9368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~/Downloads/id_ed25519-cert.pub ~/.ssh/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0E3DE64D-31DE-4FE1-B856-C2F281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700 ~/.ssh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9C913EE7-8565-4E25-9A0C-BF8DF4C5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600 ~/.ssh/id_ed25519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AEC08BF-6313-4138-A75D-BD3E9316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完成后，两个文件都位于自己电脑的 ~/.ssh/ 目录下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D47DFAD2-0822-4915-AA8D-D5317A60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按实际文件名和下载路径替换。若提示覆盖同名文件，输入 n，先核对原文件用途。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.ssh：Windows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1AC2062-B236-49D8-811A-25ED0D6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在自己电脑的 PowerShell 中执行，先切换到本地用户目录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49E43EB5-1D64-454B-8A86-B3015A0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Set-Location "$env:USERPROFILE"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AFD1D581-9EFA-4259-8B8A-6B950D3F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CAC085F3-2F9D-475B-A8C6-5BA6296D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 .\.ssh\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012A7A3-5798-4B99-AC02-992A05BC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.\Downloads\id_ed25519-cert.pub .\.ssh\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BF0CB122-FEF4-46C1-9CDB-56ABD55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完成后，私钥和证书位于 C:/Users/你的用户名/.ssh/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DD802BF-3496-44BA-AF75-EFD81802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按实际文件名和下载路径替换。移动报同名冲突时先核对，保留已有文件。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免密登录的 SSH config 配置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A414BE7-06C2-45D8-947D-869D7ABC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两个文件移入 .ssh 后，编辑自己电脑上的 SSH config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BC5C7C3C-7A72-4554-8648-E5BB3C8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 jiaowosuan 和 jiaowosuan-data 的 Host 段内分别追加：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9BDE3B06-5EFC-4F1F-8660-D903800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~/.ssh/id_ed25519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39FD90ED-F0F7-4972-84C6-71CC566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~/.ssh/id_ed25519-cert.pub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4C6ADBE-7C1E-481B-A3CE-C5CB3EE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IdentitiesOnly yes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9A0683C-0BA2-4DFC-8A9C-21A2C75E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IdentityFile 指向私钥，CertificateFile 指向匹配的证书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B7DBC82C-CCBC-4298-8729-ED208C58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IdentitiesOnly 避免额外尝试 ssh-agent 中的其他密钥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CB0ADB5B-8BD3-4172-AB9B-CB65941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保留原有 HostName 和 User，使用实际文件名。Windows 的 config 同样可用 ~/.ssh/ 路径。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日常登录与可选验证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DEEA27B-BDCA-439A-8577-5F67A99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配置完成后，在本地终端直接登录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6E919AFB-A4D5-4F3C-8854-5072876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322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24387E3A-46AF-48B4-8BF5-6E2C7975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也选择同一别名。私钥若设有 passphrase，仍需解锁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89767EFE-2518-401C-85B1-AB14C6D4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可选：仅允许公钥类认证（含证书），避免回退到账号密码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08CB2A09-519C-487E-8775-28CD67D7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00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-o PreferredAuthentications=publickey jiaowosuan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5677D6-184E-41AF-93B9-9AFA31C2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-o 临时传入选项，只影响本次连接，日常登录无需添加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D599FE5-5D8A-455F-BC9B-DD4A2D0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29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续签时更新证书；若重新一键生成，私钥与证书都要更新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1E708BCC-609F-4176-BE5E-F537EA33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若普通登录仍要求账号密码，检查路径、账号和证书有效期。教学账号仍需校内网络登录。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申请一个计算核心(在登陆终端等待分配后直接进入计算终端)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00:20:00 \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 -l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864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912E15DB-3987-4923-BA98-C7A06A2B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767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avail cmake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FAE76524-301C-468D-BF1E-C00B2176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17AE4FE9-BD97-443A-B9D8-AC3F09B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本教程建议 CMake/CTest ≥ 3.20；3.16～3.19 的兼容命令见编译页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1：编译、测试与规则检查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66E0311-BF57-4471-9FE3-9B6F2C29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5217C14A-7421-4B98-9DB0-F93A804E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B42B1C3F-E682-4D02-B33A-2200FA7B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57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9119A56-A07D-454B-B0D1-C2F0222E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463928D3-78B3-47BC-822F-C45A6776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-g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C680D74B-5E4D-4D90-AF37-66EF4762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u+x ./dlc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DC5A1B7D-E108-496F-BE13-2F822DAE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9B3357F-44C1-4D63-8610-36CF648F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先填写姓名学号；./btest -g 的正确性满分为 50，make grade 等价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3AE28854-853F-4DF4-A1F7-530BA3EF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24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提交前：make clean &amp;&amp; make，再运行 ./btest -g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62DB9166-36A5-4343-AEC0-55BA55C6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dlc 只检查其支持的规则；新增 FP8 题的编码限制需另行核对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2：按 README 编译框架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11" name="readme-2">
            <a:extLst xmlns:a="http://schemas.openxmlformats.org/drawingml/2006/main">
              <a:ext uri="{FF2B5EF4-FFF2-40B4-BE49-F238E27FC236}">
                <a16:creationId xmlns:a16="http://schemas.microsoft.com/office/drawing/2014/main" id="{84B8DD48-5391-4DBC-A1C7-32C0ACE4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12" name="readme-3">
            <a:extLst xmlns:a="http://schemas.openxmlformats.org/drawingml/2006/main">
              <a:ext uri="{FF2B5EF4-FFF2-40B4-BE49-F238E27FC236}">
                <a16:creationId xmlns:a16="http://schemas.microsoft.com/office/drawing/2014/main" id="{5DC03C7B-35A6-4B7C-BFE4-422ABEC3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52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13" name="readme-4">
            <a:extLst xmlns:a="http://schemas.openxmlformats.org/drawingml/2006/main">
              <a:ext uri="{FF2B5EF4-FFF2-40B4-BE49-F238E27FC236}">
                <a16:creationId xmlns:a16="http://schemas.microsoft.com/office/drawing/2014/main" id="{61360670-76D1-4CC8-A599-6E385AB6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5">
            <a:extLst xmlns:a="http://schemas.openxmlformats.org/drawingml/2006/main">
              <a:ext uri="{FF2B5EF4-FFF2-40B4-BE49-F238E27FC236}">
                <a16:creationId xmlns:a16="http://schemas.microsoft.com/office/drawing/2014/main" id="{43449991-35CF-4453-BB79-BAB0F8E2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528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ctest --test-dir build --output-on-failure</a:t>
            </a:r>
          </a:p>
        </p:txBody>
      </p:sp>
      <p:sp>
        <p:nvSpPr>
          <p:cNvPr id="15" name="readme-6">
            <a:extLst xmlns:a="http://schemas.openxmlformats.org/drawingml/2006/main">
              <a:ext uri="{FF2B5EF4-FFF2-40B4-BE49-F238E27FC236}">
                <a16:creationId xmlns:a16="http://schemas.microsoft.com/office/drawing/2014/main" id="{055FB82C-A2E0-4D1E-AB19-A1A84C42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README 第 5 节使用 build/；单核申请将 -j 限制为 -j1</a:t>
            </a:r>
          </a:p>
        </p:txBody>
      </p:sp>
      <p:sp>
        <p:nvSpPr>
          <p:cNvPr id="16" name="readme-7">
            <a:extLst xmlns:a="http://schemas.openxmlformats.org/drawingml/2006/main">
              <a:ext uri="{FF2B5EF4-FFF2-40B4-BE49-F238E27FC236}">
                <a16:creationId xmlns:a16="http://schemas.microsoft.com/office/drawing/2014/main" id="{7EEE52E3-0FF0-44E6-B21E-6C52E25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默认启用框架测试和内置 BLAS，不需要额外数学库</a:t>
            </a:r>
          </a:p>
        </p:txBody>
      </p:sp>
      <p:sp>
        <p:nvSpPr>
          <p:cNvPr id="17" name="readme-8">
            <a:extLst xmlns:a="http://schemas.openxmlformats.org/drawingml/2006/main">
              <a:ext uri="{FF2B5EF4-FFF2-40B4-BE49-F238E27FC236}">
                <a16:creationId xmlns:a16="http://schemas.microsoft.com/office/drawing/2014/main" id="{21C0692F-8B93-410F-BF9B-E3528893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76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CMake 3.16～3.19 的 CTest 兼容写法：</a:t>
            </a:r>
          </a:p>
        </p:txBody>
      </p:sp>
      <p:sp>
        <p:nvSpPr>
          <p:cNvPr id="18" name="readme-9">
            <a:extLst xmlns:a="http://schemas.openxmlformats.org/drawingml/2006/main">
              <a:ext uri="{FF2B5EF4-FFF2-40B4-BE49-F238E27FC236}">
                <a16:creationId xmlns:a16="http://schemas.microsoft.com/office/drawing/2014/main" id="{FBA5E1E4-395A-4BF4-8238-ECBF1A96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8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 &amp;&amp; ctest --output-on-failure)</a:t>
            </a:r>
          </a:p>
        </p:txBody>
      </p:sp>
      <p:sp>
        <p:nvSpPr>
          <p:cNvPr id="19" name="readme-10">
            <a:extLst xmlns:a="http://schemas.openxmlformats.org/drawingml/2006/main">
              <a:ext uri="{FF2B5EF4-FFF2-40B4-BE49-F238E27FC236}">
                <a16:creationId xmlns:a16="http://schemas.microsoft.com/office/drawing/2014/main" id="{39EFE69D-70EA-4203-8CFC-4A9DF280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两个 CTest 测试只检查框架与参考 BLAS，学生函数还需做下一页测试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2：小规模正确性检查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292CE0A5-BFEF-4207-850E-92FFDD7B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第 7.2 节；在 ~/course-labs/labs/lab2-matrix 执行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C2278D6E-38A4-41B1-BA5B-9A59F92E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0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376ABA3-E789-46C0-AC55-91769609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./build/reg_reuse 6 12 24 48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06868AA-3A3F-4EEF-AB80-5DD508C4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./build/cache_part3 48 6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CB28A3AD-974E-4A28-8111-E94C6486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./build/cache_part4_o0 48 6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79D9760D-A371-46F0-9FE6-26537DC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./build/cache_part4_o1 48 6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8DFD810F-C000-46BC-87CA-6DBBB44B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./build/cache_part4_o2 48 6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528D2C-395F-4144-82A2-ACA4C6C9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43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./build/cache_part4_o3 48 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840C1D25-EC76-4A6E-B84C-9D2BC868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05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每次修改 src/mygemm.c 后重新编译，再检查相应函数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5BA9F854-3DA7-4F52-9604-B8454964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空模板输出 INVALID 是预期行为；实现并通过检查后再进行正式测量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00:20:00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最多运行 20 分钟，不含排队时间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1：批处理评分脚本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17" name="readme-2">
            <a:extLst xmlns:a="http://schemas.openxmlformats.org/drawingml/2006/main">
              <a:ext uri="{FF2B5EF4-FFF2-40B4-BE49-F238E27FC236}">
                <a16:creationId xmlns:a16="http://schemas.microsoft.com/office/drawing/2014/main" id="{8CDAF397-DC72-4318-8C66-F0A7BD75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90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保存为仓库根目录 lab1.slurm（UTF-8 / LF）</a:t>
            </a:r>
          </a:p>
        </p:txBody>
      </p:sp>
      <p:sp>
        <p:nvSpPr>
          <p:cNvPr id="18" name="readme-3">
            <a:extLst xmlns:a="http://schemas.openxmlformats.org/drawingml/2006/main">
              <a:ext uri="{FF2B5EF4-FFF2-40B4-BE49-F238E27FC236}">
                <a16:creationId xmlns:a16="http://schemas.microsoft.com/office/drawing/2014/main" id="{3072981D-9DFD-4A8F-9669-DFD8F485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19" name="readme-4">
            <a:extLst xmlns:a="http://schemas.openxmlformats.org/drawingml/2006/main">
              <a:ext uri="{FF2B5EF4-FFF2-40B4-BE49-F238E27FC236}">
                <a16:creationId xmlns:a16="http://schemas.microsoft.com/office/drawing/2014/main" id="{9DC7C394-A8EE-499D-B51D-81AE95EF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7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20" name="readme-5">
            <a:extLst xmlns:a="http://schemas.openxmlformats.org/drawingml/2006/main">
              <a:ext uri="{FF2B5EF4-FFF2-40B4-BE49-F238E27FC236}">
                <a16:creationId xmlns:a16="http://schemas.microsoft.com/office/drawing/2014/main" id="{BA586735-F004-4409-89D6-3B6E5B7E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1" name="readme-6">
            <a:extLst xmlns:a="http://schemas.openxmlformats.org/drawingml/2006/main">
              <a:ext uri="{FF2B5EF4-FFF2-40B4-BE49-F238E27FC236}">
                <a16:creationId xmlns:a16="http://schemas.microsoft.com/office/drawing/2014/main" id="{03363D86-9555-4B66-BAFE-11369A67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33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22" name="readme-7">
            <a:extLst xmlns:a="http://schemas.openxmlformats.org/drawingml/2006/main">
              <a:ext uri="{FF2B5EF4-FFF2-40B4-BE49-F238E27FC236}">
                <a16:creationId xmlns:a16="http://schemas.microsoft.com/office/drawing/2014/main" id="{994B53BD-30FD-44AD-9CB3-6503E8B4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23" name="readme-8">
            <a:extLst xmlns:a="http://schemas.openxmlformats.org/drawingml/2006/main">
              <a:ext uri="{FF2B5EF4-FFF2-40B4-BE49-F238E27FC236}">
                <a16:creationId xmlns:a16="http://schemas.microsoft.com/office/drawing/2014/main" id="{8FD6E343-0B6E-452D-8E9D-C4A7696F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24" name="readme-9">
            <a:extLst xmlns:a="http://schemas.openxmlformats.org/drawingml/2006/main">
              <a:ext uri="{FF2B5EF4-FFF2-40B4-BE49-F238E27FC236}">
                <a16:creationId xmlns:a16="http://schemas.microsoft.com/office/drawing/2014/main" id="{65790737-97AF-4C09-AD19-74BD54D8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48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"$SLURM_SUBMIT_DIR/labs/lab1-datalab"</a:t>
            </a:r>
          </a:p>
        </p:txBody>
      </p:sp>
      <p:sp>
        <p:nvSpPr>
          <p:cNvPr id="25" name="readme-10">
            <a:extLst xmlns:a="http://schemas.openxmlformats.org/drawingml/2006/main">
              <a:ext uri="{FF2B5EF4-FFF2-40B4-BE49-F238E27FC236}">
                <a16:creationId xmlns:a16="http://schemas.microsoft.com/office/drawing/2014/main" id="{14858FE7-9E73-45BF-B567-0444425C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76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</a:t>
            </a:r>
          </a:p>
        </p:txBody>
      </p:sp>
      <p:sp>
        <p:nvSpPr>
          <p:cNvPr id="26" name="readme-11">
            <a:extLst xmlns:a="http://schemas.openxmlformats.org/drawingml/2006/main">
              <a:ext uri="{FF2B5EF4-FFF2-40B4-BE49-F238E27FC236}">
                <a16:creationId xmlns:a16="http://schemas.microsoft.com/office/drawing/2014/main" id="{31AE0E23-8D9D-4DC0-8D2C-47B79831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-g</a:t>
            </a:r>
          </a:p>
        </p:txBody>
      </p:sp>
      <p:sp>
        <p:nvSpPr>
          <p:cNvPr id="27" name="readme-12">
            <a:extLst xmlns:a="http://schemas.openxmlformats.org/drawingml/2006/main">
              <a:ext uri="{FF2B5EF4-FFF2-40B4-BE49-F238E27FC236}">
                <a16:creationId xmlns:a16="http://schemas.microsoft.com/office/drawing/2014/main" id="{5E0DE355-FB12-4E18-84D7-8B35FE9A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./btest -g 检查学生答案；编码规则按前面的 dlc 与人工检查另行核对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2：正式实验批处理脚本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25" name="readme-2">
            <a:extLst xmlns:a="http://schemas.openxmlformats.org/drawingml/2006/main">
              <a:ext uri="{FF2B5EF4-FFF2-40B4-BE49-F238E27FC236}">
                <a16:creationId xmlns:a16="http://schemas.microsoft.com/office/drawing/2014/main" id="{090254F1-9DBB-42C2-A628-44724D6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lab2.slurm（UTF-8 / LF）；左列接右列，示例运行 README §8.3</a:t>
            </a:r>
          </a:p>
        </p:txBody>
      </p:sp>
      <p:sp>
        <p:nvSpPr>
          <p:cNvPr id="26" name="readme-3">
            <a:extLst xmlns:a="http://schemas.openxmlformats.org/drawingml/2006/main">
              <a:ext uri="{FF2B5EF4-FFF2-40B4-BE49-F238E27FC236}">
                <a16:creationId xmlns:a16="http://schemas.microsoft.com/office/drawing/2014/main" id="{80DA9D79-AE87-4634-AE1D-D7AA6ACF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27" name="readme-4">
            <a:extLst xmlns:a="http://schemas.openxmlformats.org/drawingml/2006/main">
              <a:ext uri="{FF2B5EF4-FFF2-40B4-BE49-F238E27FC236}">
                <a16:creationId xmlns:a16="http://schemas.microsoft.com/office/drawing/2014/main" id="{D2D43A07-120E-4D79-B7EF-D65B583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28" name="readme-5">
            <a:extLst xmlns:a="http://schemas.openxmlformats.org/drawingml/2006/main">
              <a:ext uri="{FF2B5EF4-FFF2-40B4-BE49-F238E27FC236}">
                <a16:creationId xmlns:a16="http://schemas.microsoft.com/office/drawing/2014/main" id="{C96E7740-F741-4D04-8AB2-B611ACC1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9" name="readme-6">
            <a:extLst xmlns:a="http://schemas.openxmlformats.org/drawingml/2006/main">
              <a:ext uri="{FF2B5EF4-FFF2-40B4-BE49-F238E27FC236}">
                <a16:creationId xmlns:a16="http://schemas.microsoft.com/office/drawing/2014/main" id="{268B548D-CC27-47E1-9E71-5793B85F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30" name="readme-7">
            <a:extLst xmlns:a="http://schemas.openxmlformats.org/drawingml/2006/main">
              <a:ext uri="{FF2B5EF4-FFF2-40B4-BE49-F238E27FC236}">
                <a16:creationId xmlns:a16="http://schemas.microsoft.com/office/drawing/2014/main" id="{EFEF9CBE-2323-4EEC-9A30-2FE92728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31" name="readme-8">
            <a:extLst xmlns:a="http://schemas.openxmlformats.org/drawingml/2006/main">
              <a:ext uri="{FF2B5EF4-FFF2-40B4-BE49-F238E27FC236}">
                <a16:creationId xmlns:a16="http://schemas.microsoft.com/office/drawing/2014/main" id="{8FEDB931-E506-4F7A-8D22-9A15AB7D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32" name="readme-9">
            <a:extLst xmlns:a="http://schemas.openxmlformats.org/drawingml/2006/main">
              <a:ext uri="{FF2B5EF4-FFF2-40B4-BE49-F238E27FC236}">
                <a16:creationId xmlns:a16="http://schemas.microsoft.com/office/drawing/2014/main" id="{5BB030D0-AD18-446C-8171-094ED7D2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33" name="readme-10">
            <a:extLst xmlns:a="http://schemas.openxmlformats.org/drawingml/2006/main">
              <a:ext uri="{FF2B5EF4-FFF2-40B4-BE49-F238E27FC236}">
                <a16:creationId xmlns:a16="http://schemas.microsoft.com/office/drawing/2014/main" id="{7356FBD8-723E-4A48-983C-C0360D44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labs/lab2-matrix</a:t>
            </a:r>
          </a:p>
        </p:txBody>
      </p:sp>
      <p:sp>
        <p:nvSpPr>
          <p:cNvPr id="34" name="readme-11">
            <a:extLst xmlns:a="http://schemas.openxmlformats.org/drawingml/2006/main">
              <a:ext uri="{FF2B5EF4-FFF2-40B4-BE49-F238E27FC236}">
                <a16:creationId xmlns:a16="http://schemas.microsoft.com/office/drawing/2014/main" id="{6D69BB35-FED4-4867-9ECD-38F77EB0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35" name="readme-12">
            <a:extLst xmlns:a="http://schemas.openxmlformats.org/drawingml/2006/main">
              <a:ext uri="{FF2B5EF4-FFF2-40B4-BE49-F238E27FC236}">
                <a16:creationId xmlns:a16="http://schemas.microsoft.com/office/drawing/2014/main" id="{84CA3D62-08BE-417B-95FB-C1D0A5D1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36" name="readme-13">
            <a:extLst xmlns:a="http://schemas.openxmlformats.org/drawingml/2006/main">
              <a:ext uri="{FF2B5EF4-FFF2-40B4-BE49-F238E27FC236}">
                <a16:creationId xmlns:a16="http://schemas.microsoft.com/office/drawing/2014/main" id="{B597F34F-0856-4261-9B1C-0B97A17F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37" name="readme-14">
            <a:extLst xmlns:a="http://schemas.openxmlformats.org/drawingml/2006/main">
              <a:ext uri="{FF2B5EF4-FFF2-40B4-BE49-F238E27FC236}">
                <a16:creationId xmlns:a16="http://schemas.microsoft.com/office/drawing/2014/main" id="{4A4DEEE8-0EF6-4A6F-8745-B88D1CCC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004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ctest --test-dir build --output-on-failure</a:t>
            </a:r>
          </a:p>
        </p:txBody>
      </p:sp>
      <p:sp>
        <p:nvSpPr>
          <p:cNvPr id="38" name="readme-15">
            <a:extLst xmlns:a="http://schemas.openxmlformats.org/drawingml/2006/main">
              <a:ext uri="{FF2B5EF4-FFF2-40B4-BE49-F238E27FC236}">
                <a16:creationId xmlns:a16="http://schemas.microsoft.com/office/drawing/2014/main" id="{3EBA9C52-3C80-4A05-95B9-4BBA45B4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19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39" name="readme-16">
            <a:extLst xmlns:a="http://schemas.openxmlformats.org/drawingml/2006/main">
              <a:ext uri="{FF2B5EF4-FFF2-40B4-BE49-F238E27FC236}">
                <a16:creationId xmlns:a16="http://schemas.microsoft.com/office/drawing/2014/main" id="{E65BF0C9-0487-4920-8CF1-7320AF3D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386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\</a:t>
            </a:r>
          </a:p>
        </p:txBody>
      </p:sp>
      <p:sp>
        <p:nvSpPr>
          <p:cNvPr id="40" name="readme-17">
            <a:extLst xmlns:a="http://schemas.openxmlformats.org/drawingml/2006/main">
              <a:ext uri="{FF2B5EF4-FFF2-40B4-BE49-F238E27FC236}">
                <a16:creationId xmlns:a16="http://schemas.microsoft.com/office/drawing/2014/main" id="{58F0E3CB-A00D-4508-9180-11AE5FF0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577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./build/cache_part3 2048 64 \</a:t>
            </a:r>
          </a:p>
        </p:txBody>
      </p:sp>
      <p:sp>
        <p:nvSpPr>
          <p:cNvPr id="41" name="readme-18">
            <a:extLst xmlns:a="http://schemas.openxmlformats.org/drawingml/2006/main">
              <a:ext uri="{FF2B5EF4-FFF2-40B4-BE49-F238E27FC236}">
                <a16:creationId xmlns:a16="http://schemas.microsoft.com/office/drawing/2014/main" id="{823B27D4-5A41-4131-91E4-6C7DB1A4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76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42" name="readme-19">
            <a:extLst xmlns:a="http://schemas.openxmlformats.org/drawingml/2006/main">
              <a:ext uri="{FF2B5EF4-FFF2-40B4-BE49-F238E27FC236}">
                <a16:creationId xmlns:a16="http://schemas.microsoft.com/office/drawing/2014/main" id="{E94B75E4-07CC-458E-9BB8-B4231408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048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小规模通过后，每次替换末尾为一个正式阶段；同一 Lab 目录一次只跑一个作业</a:t>
            </a:r>
          </a:p>
        </p:txBody>
      </p:sp>
      <p:sp>
        <p:nvSpPr>
          <p:cNvPr id="43" name="readme-20">
            <a:extLst xmlns:a="http://schemas.openxmlformats.org/drawingml/2006/main">
              <a:ext uri="{FF2B5EF4-FFF2-40B4-BE49-F238E27FC236}">
                <a16:creationId xmlns:a16="http://schemas.microsoft.com/office/drawing/2014/main" id="{440F6217-27ED-443E-B9AE-C0C10FFA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505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提交前在仓库根目录 mkdir -p results；实验数据另存于 Lab 2 的 results/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正式实验：寄存器复用与循环次序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2B961C4-6BB3-405D-8443-3B6BF7B5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§8.2 / §8.3；本页及后续测量代码替换 lab2.slurm 的实验段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D785511A-0C38-44B9-96ED-B1C7E8A6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9B7D91D2-F392-4938-8F20-9274B24A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./build/reg_reuse 66 126 258 510 1026 2046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1250969-7C1A-4434-9C83-81B87337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results/register_reuse.txt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9EFAA0E-29CE-4513-8B86-6D55BF4E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./build/cache_part3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DFA1CFE6-C299-48FC-B6A2-194716D9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29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B71B0160-B393-40BB-9E16-89D498F1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记录四个 dgemm 与六种非分块循环次序的正确性、时间和 GFLOP/s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D32AF88-B1CC-4F8A-AC24-816FC0AE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81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寄存器实验：n 必须能被 6 整除，使用上方指定的六个规模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B86F8EA0-49EA-4F88-8A01-1420E884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15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循环次序实验：n=2048、b=64；两项实验分别记录结果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正式实验：缓存块大小筛选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6D2D0955-60BC-4861-BF6A-41B408D5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§8.4；固定 n=1024，测试五个块大小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8FEB95B5-4269-4E32-9D25-5A882DE8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results/cache_block_sweep.txt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D8F4103C-7ACB-4F63-BC67-6B00A8F1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b in 16 32 64 128 256;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80D5BD2-393A-40B8-914D-14BF911A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block_size=${b} =====" | tee -a results/cache_block_sweep.txt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2790F1D2-B365-49C1-BCD6-06E1D998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./build/cache_part3 1024 "$b"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DB55794-3ED1-4460-BDE4-BD0837CC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results/cache_block_sweep.txt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370E458-F48A-4A41-8D2C-A1386B54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7F54D9A-C9CD-4856-92CD-ED1B570A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记录六个分块函数在每个 b 下的 GFLOP/s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4DD13C00-2F1D-4A65-8C5E-9DB161C5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非分块算法与 b 无关，按 README 只记录第一次；选出两个最佳候选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正式实验：在最大规模确认候选块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23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F8DA5DA7-4E59-4CD3-88E0-0A07F10C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§8.4；固定 n=2048，比较筛选出的两个候选值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90D112F-7F18-414B-8E93-5D97F046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results/cache_block_2048.txt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684605A-73CB-43FA-B01C-4997D0EE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b in 64 128;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24BDECDD-801A-43AE-9338-C394106B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n=2048, block_size=${b} =====" \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61F374CD-5A5E-46AB-B621-FFD3626E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| tee -a results/cache_block_2048.txt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50225E35-0485-49D8-AC73-33921CDC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./build/cache_part3 2048 "$b" \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76691292-AB9C-4007-AEC0-F02278F8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results/cache_block_2048.txt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9B0CBF-9643-44F4-B75F-764CDB55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64E1B624-FE41-467B-BE77-93736188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64 与 128 是示例，必须替换成上一阶段选出的实际候选值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8C5783FB-6BEF-430E-A67A-B916F982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根据 2048 下的确认结果，为 optimal 选择最终块大小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正式实验：编译优化级别比较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24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4096FAB4-F1C2-4439-A505-DB1FA48B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§8.5；固定 n=2048，各优化级别使用相同的 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60B67D26-767B-41EF-A202-7B05465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38C02F1-A1BF-44A8-A90E-B48B5D7E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./build/cache_part4_o${opt} 2048 64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D592BABF-9E78-4B1D-9FAC-6F4E8DF3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"results/optimal_O${opt}.txt"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5F35A67-468C-444B-A928-DD600A7D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AC710728-A69B-478E-94C2-59DA5951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示例 b=64，替换为上一阶段确定的实际最佳块大小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66828D91-CDAC-407B-9359-90A1B542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构建目标 o0、o1、o2、o3 已分别设置 -O0、-O1、-O2、-O3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5ECE234-0D6D-468D-8847-2D48F886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使用同一份 src/mygemm.c；不要另加全局编译优化选项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正式实验：重复测量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CCD05431-7D38-4C9B-B846-0AE5E689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§8.6；每种正式配置建议运行 3 次并取中位数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96B82829-EA67-47CB-B3AD-C9B5F9F9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results/optimal_O3_repeated.txt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9E8C0B7-6469-4AAA-8423-D6745264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run in 1 2 3;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AE41D56-632A-40EE-9CFE-9A6DADFC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480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run=${run} =====" | tee -a results/optimal_O3_repeated.txt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ECE1E8F-E7BD-46B0-9DFC-A23B165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./build/cache_part4_o3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08CE9FE3-A9A9-43D9-8427-CEFFECB3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053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results/optimal_O3_repeated.txt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4CD47B9D-8659-418E-9801-72B081E1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1F0140-3AD6-424C-8191-E62E341B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15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本页以 O3 为例；b=64 仍需替换为实际最佳块大小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B841344-26AE-48C2-9F01-6A42CB20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重复期间保持源码、编译选项、CPU 型号、n 和 b 一致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环境记录与实验报告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26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53D7A38-5DA6-4829-A774-48D01DF1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§9；在实际运行实验的计算节点记录环境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79F2BE3A-41C3-47C7-9D68-952E4316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07025D1-D810-4F3B-9764-F5D835F3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CPU ====="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0D2E7A7-5503-47F2-B7E1-F0EA0608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lscpu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CEC9302-ABB2-4BAF-B329-7692523B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Compiler ====="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B9B2376-DD1C-4602-A0EE-689487FB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gcc --version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F28633C-045E-4D0C-B5AC-8ED08897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CMake ====="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574BB60-443A-4B5D-B9C8-9BEC9D17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cmake --version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4E41357-11E9-4495-AC1F-9D6B68AE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System ====="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E8FC7A92-AC92-4122-BDC8-F1EF6FE6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uname -a</a:t>
            </a:r>
          </a:p>
        </p:txBody>
      </p:sp>
      <p:sp>
        <p:nvSpPr>
          <p:cNvPr id="22" name="readme-12">
            <a:extLst xmlns:a="http://schemas.openxmlformats.org/drawingml/2006/main">
              <a:ext uri="{FF2B5EF4-FFF2-40B4-BE49-F238E27FC236}">
                <a16:creationId xmlns:a16="http://schemas.microsoft.com/office/drawing/2014/main" id="{3A3BDC74-E8CF-429F-BC29-9BEBDCAC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483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 &gt; results/environment.txt</a:t>
            </a:r>
          </a:p>
        </p:txBody>
      </p:sp>
      <p:sp>
        <p:nvSpPr>
          <p:cNvPr id="23" name="readme-13">
            <a:extLst xmlns:a="http://schemas.openxmlformats.org/drawingml/2006/main">
              <a:ext uri="{FF2B5EF4-FFF2-40B4-BE49-F238E27FC236}">
                <a16:creationId xmlns:a16="http://schemas.microsoft.com/office/drawing/2014/main" id="{951FC17C-2C37-421F-AB4B-5EB76B47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14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报告四张表与四类图</a:t>
            </a:r>
          </a:p>
        </p:txBody>
      </p:sp>
      <p:sp>
        <p:nvSpPr>
          <p:cNvPr id="24" name="readme-14">
            <a:extLst xmlns:a="http://schemas.openxmlformats.org/drawingml/2006/main">
              <a:ext uri="{FF2B5EF4-FFF2-40B4-BE49-F238E27FC236}">
                <a16:creationId xmlns:a16="http://schemas.microsoft.com/office/drawing/2014/main" id="{C774AE41-8E73-45B9-9FAF-0265E6F8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956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寄存器复用：GFLOP/s 随 n 变化</a:t>
            </a:r>
          </a:p>
        </p:txBody>
      </p:sp>
      <p:sp>
        <p:nvSpPr>
          <p:cNvPr id="25" name="readme-15">
            <a:extLst xmlns:a="http://schemas.openxmlformats.org/drawingml/2006/main">
              <a:ext uri="{FF2B5EF4-FFF2-40B4-BE49-F238E27FC236}">
                <a16:creationId xmlns:a16="http://schemas.microsoft.com/office/drawing/2014/main" id="{4098CE94-3C94-4BEA-872A-86AB5A73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2907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六种循环次序：性能对比</a:t>
            </a:r>
          </a:p>
        </p:txBody>
      </p:sp>
      <p:sp>
        <p:nvSpPr>
          <p:cNvPr id="26" name="readme-16">
            <a:extLst xmlns:a="http://schemas.openxmlformats.org/drawingml/2006/main">
              <a:ext uri="{FF2B5EF4-FFF2-40B4-BE49-F238E27FC236}">
                <a16:creationId xmlns:a16="http://schemas.microsoft.com/office/drawing/2014/main" id="{A806DEF9-C9BE-4AA5-A1FA-F0F4290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缓存分块：性能随 b 变化</a:t>
            </a:r>
          </a:p>
        </p:txBody>
      </p:sp>
      <p:sp>
        <p:nvSpPr>
          <p:cNvPr id="27" name="readme-17">
            <a:extLst xmlns:a="http://schemas.openxmlformats.org/drawingml/2006/main">
              <a:ext uri="{FF2B5EF4-FFF2-40B4-BE49-F238E27FC236}">
                <a16:creationId xmlns:a16="http://schemas.microsoft.com/office/drawing/2014/main" id="{87B0D418-CD95-4D2E-AA22-CCBD3D37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9592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综合优化：O0～O3 对比</a:t>
            </a:r>
          </a:p>
        </p:txBody>
      </p:sp>
      <p:sp>
        <p:nvSpPr>
          <p:cNvPr id="28" name="readme-18">
            <a:extLst xmlns:a="http://schemas.openxmlformats.org/drawingml/2006/main">
              <a:ext uri="{FF2B5EF4-FFF2-40B4-BE49-F238E27FC236}">
                <a16:creationId xmlns:a16="http://schemas.microsoft.com/office/drawing/2014/main" id="{A9F3F933-948E-4B0F-B74A-427BDB83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另记 hostname、作业编号、编译选项与正确性；图中标明坐标轴、单位、n、b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可选的默认批量检查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36441078-4EA8-4DD2-A580-67F36BE4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§8.7；全部函数正确后，在已申请的计算节点运行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B4E138A3-25D4-48D9-A177-1A3609F1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bash scripts/run_all.sh mydata.txt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815B7EA7-0B65-4E73-BF55-AB58D0F0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输出：labs/lab2-matrix/results/mydata.txt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EDB511C3-8247-4680-B647-9042B5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脚本使用 build/，并读取程序默认参数：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F032745-3CF2-4554-B197-6F13951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寄存器：66、126、258、510、1026、2046（与正式实验相同）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C861EAC-AEBA-477B-943E-365AAEA7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Part 3：n=2000 / b=10；Part 4：n=2040 / b=60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3750734-1DEB-466C-8A72-982D7A5D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198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正式报告仍按前面第 8.2～8.6 节的指定参数收集数据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3D5083-361F-47CD-B5E6-637FDEC8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批量脚本在计算节点运行；向调度系统提交作业使用 sbatch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28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lab1.slurm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lab2.slurm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BB4B1ED5-F9C5-485E-B02E-63C51E19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763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在登录节点执行；若仍在交互计算节点，先 exit 返回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EC7173EC-7CAF-4009-9AED-C0E20586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 Ctrl-C 结束日志查看，再执行下面的 sacct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下载日志与正式实验数据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29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1CA5922-317E-46DB-AAD6-87A7AE19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在本地终端执行：macOS / Linux / Windows PowerShell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5289BA1-0B67-4041-8BB6-31F2E574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90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FB5D2DEC-43C4-4216-BA04-B83A74A7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jiaowosuan-data:course-labs/results ./pi2-results/slurm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40DE48F-B4E4-4478-BB61-E364BB7C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jiaowosuan-data:course-labs/labs/lab2-matrix/results ./pi2-results/lab2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86F13CCF-DD6F-41DE-8DD0-18A05E2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pi2-results/slurm/：作业总日志；pi2-results/lab2/：实验数据与环境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12128CF-AA7B-4962-940D-56D76841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34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使用新的本地目录；只做 Lab 1 时下载 Slurm 日志即可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7EFE179-DFBF-4F01-81A1-F3D0AAD2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7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需要主动取消时，在登录节点执行：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F35224AD-33CB-42D7-8560-8054FFF6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2CE75B29-175D-4980-97CB-2B871CF1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8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将 123456 替换为实际作业编号；交互作业结束时输入 exit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下载最终源码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两条下载命令按当前 Lab 选择，分别上传对应的源码收集任务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源码单独提交 .c 文件，报告与日志按课程指定入口另交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上传前打开本地文件，核对已保存的最终代码。保留本地副本与提交记录。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云盘源码提交要求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31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41E209A0-A5C8-459B-A580-C1C0B41A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1：上传 bits.c，填写文件内的本人姓名和学号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42A89DEE-DF42-4946-91BC-6D625230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2：上传 mygemm.c，保留题目规定的函数接口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E1E99566-D968-43CD-BA1A-8F763AC2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打开对应 Lab 的“源码提交”链接，填写学号与姓名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02CD9E1D-4D77-45B5-B8A9-FC906E6D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云盘统一命名，例如：0001_示例甲.c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0978764D-C50E-4EA7-BA0D-3C592E25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每个 Lab 分开提交，报告与实验日志按通知另交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8C150200-50A3-4E14-87D0-3B336957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源码收集接受单个 .c。多文件实验采用教师指定的 ZIP 结构。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云盘上传与重新提交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32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2032E798-D2F7-4C74-9308-C65AC98A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打开教师发布的当前 Lab 源码收集链接并登录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31A9C603-AD76-4A02-87FC-D87FC3C0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填写本人学号、姓名，选择已经自测的本地源码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D026A457-5399-46C6-AB70-BE38F322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点击提交，等待上传完成，检查自己的提交记录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61637B50-329A-428C-ACBD-395C69E1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修改后在相同入口重新上传，选择替换旧文件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96B86450-0F7F-4011-99AE-E91A433E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在截止前确认最终版本，保留本地源码和提交记录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B755FA88-6259-4A2D-BBAC-0E03A66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云盘上传负责交件。正确性测试需自行运行，助教下载后统一评分。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正确性反馈与复查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33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833FCE93-5FE9-41C8-A0C1-74D06587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助教使用收到的源码重新编译，按函数检查正确性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2DDED857-57DC-40FB-85E2-29ECEF8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编译失败：查看编译日志，检查语法、文件与函数接口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48F8858D-3042-4842-A11C-E8F68F86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结果错误：根据失败函数与输入定位问题，再运行公开测试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ABFB9E32-64CB-4327-B2E8-23CE2C5F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超时或崩溃：检查循环是否结束、数组访问是否越界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8F701B04-393D-4877-AD07-5BA31F2F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缺交、重复或身份不符：先核对云盘提交记录并联系助教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7D688176-BFF1-4371-9B7C-B494D97E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自动分数只计算正确性。编码规则另行检查，复查使用已归档的源码。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34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加载模块；CTest 建议 ≥ 3.20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批处理作业在登录节点提交：sbatch lab1.slurm 或 sbatch lab2.slurm。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35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2. 申请计算节点，编译并检查当前 Lab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3. 下载已经保存并测试的最终源码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4. 上传对应的云盘源码任务，核对提交记录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766c294df41042c5"/>
              </a:rPr>
              <a:t>登录与账号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bdb48d6f0bee4448"/>
              </a:rPr>
              <a:t>Slurm 作业管理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a3f49e51ea2c4108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2026-09-27T10:54:14.0570000Z</dcterms:created>
  <dcterms:modified xsi:type="dcterms:W3CDTF">2026-09-27T10:54:14.0570000Z</dcterms:modified>
</coreProperties>
</file>