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d70a45552247ba" /><Relationship Type="http://schemas.openxmlformats.org/officeDocument/2006/relationships/extended-properties" Target="/docProps/app.xml" Id="R8b5ba6251fd94e15" /><Relationship Type="http://schemas.openxmlformats.org/officeDocument/2006/relationships/officeDocument" Target="/ppt/presentation.xml" Id="R913c70deae864a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3566ed6aa24efe"/>
  </p:sldMasterIdLst>
  <p:notesMasterIdLst>
    <p:notesMasterId xmlns:r="http://schemas.openxmlformats.org/officeDocument/2006/relationships" r:id="R402babd4c8b44ea3"/>
  </p:notesMasterIdLst>
  <p:sldIdLst>
    <p:sldId xmlns:r="http://schemas.openxmlformats.org/officeDocument/2006/relationships" id="256" r:id="R83611f7cf8384eb3"/>
    <p:sldId xmlns:r="http://schemas.openxmlformats.org/officeDocument/2006/relationships" id="257" r:id="Radae16a417ef4ea0"/>
    <p:sldId xmlns:r="http://schemas.openxmlformats.org/officeDocument/2006/relationships" id="258" r:id="Rac5b60660a074b3f"/>
    <p:sldId xmlns:r="http://schemas.openxmlformats.org/officeDocument/2006/relationships" id="259" r:id="R8ab58349a3c04e9b"/>
    <p:sldId xmlns:r="http://schemas.openxmlformats.org/officeDocument/2006/relationships" id="260" r:id="R2fc5e81455c14c1a"/>
    <p:sldId xmlns:r="http://schemas.openxmlformats.org/officeDocument/2006/relationships" id="261" r:id="R4e43b98b30014bf0"/>
    <p:sldId xmlns:r="http://schemas.openxmlformats.org/officeDocument/2006/relationships" id="262" r:id="Rf294f73b8259460a"/>
    <p:sldId xmlns:r="http://schemas.openxmlformats.org/officeDocument/2006/relationships" id="263" r:id="R5039cce8242245d8"/>
    <p:sldId xmlns:r="http://schemas.openxmlformats.org/officeDocument/2006/relationships" id="264" r:id="Re1464e9c4bdf4c50"/>
    <p:sldId xmlns:r="http://schemas.openxmlformats.org/officeDocument/2006/relationships" id="265" r:id="R53bfaafd19324985"/>
    <p:sldId xmlns:r="http://schemas.openxmlformats.org/officeDocument/2006/relationships" id="266" r:id="R2e0b012b8e5042fc"/>
    <p:sldId xmlns:r="http://schemas.openxmlformats.org/officeDocument/2006/relationships" id="267" r:id="R2d106f7876fa43da"/>
    <p:sldId xmlns:r="http://schemas.openxmlformats.org/officeDocument/2006/relationships" id="268" r:id="R960eafdefc644608"/>
    <p:sldId xmlns:r="http://schemas.openxmlformats.org/officeDocument/2006/relationships" id="269" r:id="Rd750a22b7a5f43bb"/>
    <p:sldId xmlns:r="http://schemas.openxmlformats.org/officeDocument/2006/relationships" id="270" r:id="Re890dae995204069"/>
    <p:sldId xmlns:r="http://schemas.openxmlformats.org/officeDocument/2006/relationships" id="271" r:id="R98776f832d39424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338fdc8a3f4a59" /><Relationship Type="http://schemas.openxmlformats.org/officeDocument/2006/relationships/slideMaster" Target="/ppt/slideMasters/slideMaster1.xml" Id="R0d3566ed6aa24efe" /><Relationship Type="http://schemas.openxmlformats.org/officeDocument/2006/relationships/notesMaster" Target="/ppt/notesMasters/notesMaster1.xml" Id="R402babd4c8b44ea3" /><Relationship Type="http://schemas.openxmlformats.org/officeDocument/2006/relationships/presProps" Target="/ppt/presProps.xml" Id="R7709f55d3731470f" /><Relationship Type="http://schemas.openxmlformats.org/officeDocument/2006/relationships/tableStyles" Target="/ppt/tableStyles.xml" Id="R3f6e72c20175498e" /><Relationship Type="http://schemas.openxmlformats.org/officeDocument/2006/relationships/slide" Target="/ppt/slides/slide1.xml" Id="R83611f7cf8384eb3" /><Relationship Type="http://schemas.openxmlformats.org/officeDocument/2006/relationships/slide" Target="/ppt/slides/slide2.xml" Id="Radae16a417ef4ea0" /><Relationship Type="http://schemas.openxmlformats.org/officeDocument/2006/relationships/slide" Target="/ppt/slides/slide3.xml" Id="Rac5b60660a074b3f" /><Relationship Type="http://schemas.openxmlformats.org/officeDocument/2006/relationships/slide" Target="/ppt/slides/slide4.xml" Id="R8ab58349a3c04e9b" /><Relationship Type="http://schemas.openxmlformats.org/officeDocument/2006/relationships/slide" Target="/ppt/slides/slide5.xml" Id="R2fc5e81455c14c1a" /><Relationship Type="http://schemas.openxmlformats.org/officeDocument/2006/relationships/slide" Target="/ppt/slides/slide6.xml" Id="R4e43b98b30014bf0" /><Relationship Type="http://schemas.openxmlformats.org/officeDocument/2006/relationships/slide" Target="/ppt/slides/slide7.xml" Id="Rf294f73b8259460a" /><Relationship Type="http://schemas.openxmlformats.org/officeDocument/2006/relationships/slide" Target="/ppt/slides/slide8.xml" Id="R5039cce8242245d8" /><Relationship Type="http://schemas.openxmlformats.org/officeDocument/2006/relationships/slide" Target="/ppt/slides/slide9.xml" Id="Re1464e9c4bdf4c50" /><Relationship Type="http://schemas.openxmlformats.org/officeDocument/2006/relationships/slide" Target="/ppt/slides/slide10.xml" Id="R53bfaafd19324985" /><Relationship Type="http://schemas.openxmlformats.org/officeDocument/2006/relationships/slide" Target="/ppt/slides/slide11.xml" Id="R2e0b012b8e5042fc" /><Relationship Type="http://schemas.openxmlformats.org/officeDocument/2006/relationships/slide" Target="/ppt/slides/slide12.xml" Id="R2d106f7876fa43da" /><Relationship Type="http://schemas.openxmlformats.org/officeDocument/2006/relationships/slide" Target="/ppt/slides/slide13.xml" Id="R960eafdefc644608" /><Relationship Type="http://schemas.openxmlformats.org/officeDocument/2006/relationships/slide" Target="/ppt/slides/slide14.xml" Id="Rd750a22b7a5f43bb" /><Relationship Type="http://schemas.openxmlformats.org/officeDocument/2006/relationships/slide" Target="/ppt/slides/slide15.xml" Id="Re890dae995204069" /><Relationship Type="http://schemas.openxmlformats.org/officeDocument/2006/relationships/slide" Target="/ppt/slides/slide16.xml" Id="R98776f832d3942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25026416de44d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b8b9437d1742e1" /><Relationship Type="http://schemas.openxmlformats.org/officeDocument/2006/relationships/notesMaster" Target="/ppt/notesMasters/notesMaster1.xml" Id="R695ccbe59a374b7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dc0351c16549fb" /><Relationship Type="http://schemas.openxmlformats.org/officeDocument/2006/relationships/notesMaster" Target="/ppt/notesMasters/notesMaster1.xml" Id="R3b0f5f6363c647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864ee16d7a4481" /><Relationship Type="http://schemas.openxmlformats.org/officeDocument/2006/relationships/notesMaster" Target="/ppt/notesMasters/notesMaster1.xml" Id="R947b0a089c66413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81835b4f77840a1" /><Relationship Type="http://schemas.openxmlformats.org/officeDocument/2006/relationships/notesMaster" Target="/ppt/notesMasters/notesMaster1.xml" Id="Ra14bf338d89f44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b81dd6ccf74372" /><Relationship Type="http://schemas.openxmlformats.org/officeDocument/2006/relationships/notesMaster" Target="/ppt/notesMasters/notesMaster1.xml" Id="Rc3980c5ed22f45e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4dfe6cd0a44979" /><Relationship Type="http://schemas.openxmlformats.org/officeDocument/2006/relationships/notesMaster" Target="/ppt/notesMasters/notesMaster1.xml" Id="R45536703a8d840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9477162dd974483" /><Relationship Type="http://schemas.openxmlformats.org/officeDocument/2006/relationships/notesMaster" Target="/ppt/notesMasters/notesMaster1.xml" Id="Rc00fd79ca57943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4bf9d5b5fb4949" /><Relationship Type="http://schemas.openxmlformats.org/officeDocument/2006/relationships/notesMaster" Target="/ppt/notesMasters/notesMaster1.xml" Id="R517118cfe4a54a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a5ff8daaed4301" /><Relationship Type="http://schemas.openxmlformats.org/officeDocument/2006/relationships/notesMaster" Target="/ppt/notesMasters/notesMaster1.xml" Id="R2ae54a974f334db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1abdb0b3cc47c0" /><Relationship Type="http://schemas.openxmlformats.org/officeDocument/2006/relationships/notesMaster" Target="/ppt/notesMasters/notesMaster1.xml" Id="Rbddff4c01996479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36cb8f6f30749cb" /><Relationship Type="http://schemas.openxmlformats.org/officeDocument/2006/relationships/notesMaster" Target="/ppt/notesMasters/notesMaster1.xml" Id="R96899afdc4574f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08c397d373495d" /><Relationship Type="http://schemas.openxmlformats.org/officeDocument/2006/relationships/notesMaster" Target="/ppt/notesMasters/notesMaster1.xml" Id="Rb2018ff339c040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12c619052f94ef9" /><Relationship Type="http://schemas.openxmlformats.org/officeDocument/2006/relationships/notesMaster" Target="/ppt/notesMasters/notesMaster1.xml" Id="R1212310edb5a482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d81229b9c504d93" /><Relationship Type="http://schemas.openxmlformats.org/officeDocument/2006/relationships/notesMaster" Target="/ppt/notesMasters/notesMaster1.xml" Id="R8895e94f497e46d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69d000f2d6d46e6" /><Relationship Type="http://schemas.openxmlformats.org/officeDocument/2006/relationships/notesMaster" Target="/ppt/notesMasters/notesMaster1.xml" Id="R8ede64cd113b448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e32e520769f451e" /><Relationship Type="http://schemas.openxmlformats.org/officeDocument/2006/relationships/notesMaster" Target="/ppt/notesMasters/notesMaster1.xml" Id="R50c815f4732a48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先在本地准备源码，通过数据节点上传。在登录节点提交资源申请，实际编译和运行放在计算节点。结果写到共享文件系统，再从本地下载。教学中先演示交互式小测试，再演示 sbatch。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先下载并解压教师发布的学生框架，使本地目录根部包含 labs/。/path/to/course-labs 是需要替换的本地目录。命令从本地执行，远端 course-labs/ 位于本人主目录。重复 rsync 会更新同名文件，应在再次同步前确认没有需要保留的远端修改。未使用 --delete。禁止分发教师私有仓库或其 Git 历史。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足以运行当前串行框架。20 分钟仅用于小规模调试。退出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的独立构建目录，避免不同作业争用构建文件。这里执行小规模检查。正式实验应保留编译和正确性检查，再按课程题面添加运行命令并增加时限。若计算节点缺少工具，先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rsync 下载从本地终端发起，HPC_USER 若在新终端需重新设置为本人账号。按日期使用独立本地目录，避免混淆实验批次。scancel 仅在用户确实需要取消作业时执行。断开 SSH 通常不会取消已经由 sbatch 提交的作业。退出交互式 bash 会结束交互作业。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8402f7b3484fe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36c4088b264a25" /><Relationship Type="http://schemas.openxmlformats.org/officeDocument/2006/relationships/slideLayout" Target="/ppt/slideLayouts/slideLayout1.xml" Id="Rc57dad3e1174453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57dad3e1174453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738cc541f84c81" /><Relationship Type="http://schemas.openxmlformats.org/officeDocument/2006/relationships/notesSlide" Target="/ppt/notesSlides/notesSlide1.xml" Id="Rcfe4fe85857a4c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4b43c239245b3" /><Relationship Type="http://schemas.openxmlformats.org/officeDocument/2006/relationships/notesSlide" Target="/ppt/notesSlides/notesSlide2.xml" Id="R857d8815738d4f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3da3ecebb47f4" /><Relationship Type="http://schemas.openxmlformats.org/officeDocument/2006/relationships/notesSlide" Target="/ppt/notesSlides/notesSlide3.xml" Id="Re3d1e4cd6251415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97f340d93a4241" /><Relationship Type="http://schemas.openxmlformats.org/officeDocument/2006/relationships/notesSlide" Target="/ppt/notesSlides/notesSlide4.xml" Id="Ra992b38c1aca41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c933bd34641f6" /><Relationship Type="http://schemas.openxmlformats.org/officeDocument/2006/relationships/notesSlide" Target="/ppt/notesSlides/notesSlide5.xml" Id="R138f337845ec4e8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1166a525f45c2" /><Relationship Type="http://schemas.openxmlformats.org/officeDocument/2006/relationships/notesSlide" Target="/ppt/notesSlides/notesSlide6.xml" Id="R82d2bb55d6154a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22ce1807e4e4e" /><Relationship Type="http://schemas.openxmlformats.org/officeDocument/2006/relationships/notesSlide" Target="/ppt/notesSlides/notesSlide7.xml" Id="R7f9100d3d37d4b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dfc9b516034b5f" /><Relationship Type="http://schemas.openxmlformats.org/officeDocument/2006/relationships/notesSlide" Target="/ppt/notesSlides/notesSlide8.xml" Id="Rac742dce9a7d49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ab93292954286" /><Relationship Type="http://schemas.openxmlformats.org/officeDocument/2006/relationships/notesSlide" Target="/ppt/notesSlides/notesSlide9.xml" Id="Rdfd89adde2b240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ed94841ee4441" /><Relationship Type="http://schemas.openxmlformats.org/officeDocument/2006/relationships/notesSlide" Target="/ppt/notesSlides/notesSlide10.xml" Id="R6e8eed51892d4f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3b57d23874a90" /><Relationship Type="http://schemas.openxmlformats.org/officeDocument/2006/relationships/notesSlide" Target="/ppt/notesSlides/notesSlide11.xml" Id="Rdfcf2b5e7e4c48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a6e75337614276" /><Relationship Type="http://schemas.openxmlformats.org/officeDocument/2006/relationships/notesSlide" Target="/ppt/notesSlides/notesSlide12.xml" Id="Ra0adf468556e491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fdac5cb314bb3" /><Relationship Type="http://schemas.openxmlformats.org/officeDocument/2006/relationships/notesSlide" Target="/ppt/notesSlides/notesSlide13.xml" Id="R75805ed91aea427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d24e7adf24701" /><Relationship Type="http://schemas.openxmlformats.org/officeDocument/2006/relationships/notesSlide" Target="/ppt/notesSlides/notesSlide14.xml" Id="Ra9063f3dcd6341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ec2fb468742e3" /><Relationship Type="http://schemas.openxmlformats.org/officeDocument/2006/relationships/notesSlide" Target="/ppt/notesSlides/notesSlide15.xml" Id="R52e3697debef40f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3e0d3cc3447f3" /><Relationship Type="http://schemas.openxmlformats.org/officeDocument/2006/relationships/hyperlink" Target="https://docs.hpc.sjtu.edu.cn/login/sshlogin.html" TargetMode="External" Id="R260221191cfe43e2" /><Relationship Type="http://schemas.openxmlformats.org/officeDocument/2006/relationships/hyperlink" Target="https://docs.hpc.sjtu.edu.cn/job/slurm.html" TargetMode="External" Id="R4e92a092f6174a54" /><Relationship Type="http://schemas.openxmlformats.org/officeDocument/2006/relationships/hyperlink" Target="https://docs.hpc.sjtu.edu.cn/transport/transportsolution.html" TargetMode="External" Id="Rc536952f76144127" /><Relationship Type="http://schemas.openxmlformats.org/officeDocument/2006/relationships/notesSlide" Target="/ppt/notesSlides/notesSlide16.xml" Id="R2eaeeb1598dd45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编辑源码、上传和下载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ssh、rsync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HPC_USER=your_username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"${HPC_USER}@pilogin.hpc.sjtu.edu.cn"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已有 SSH 别名的电脑，也可以这样登录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上传课程源码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C62D1-557C-479B-BB4A-4CB8B945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本地：进入解压后的学生框架目录，再同步到自己的主目录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C2720B-BDCE-42B3-9B65-2DAA2374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2412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/path/to/course-labs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67070A-1857-4107-BD98-4CF50907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8132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rsync -av --exclude=".git/" --exclude="build*/"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D37FB-848E-4B68-9824-91AD3CEA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3852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--exclude="results/" --exclude="btest"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CBD7D6-63BF-47E9-959F-05A539FB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9572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--exclude="btest.exe" ./ \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1FAC30-ED65-468C-9A68-669E895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5292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"${HPC_USER}@data.hpc.sjtu.edu.cn:course-labs/"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99472B-BA6B-4CEE-B1D7-BFD5F2FA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登录后确认目录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A170F-EA8B-4FC6-A8D5-7F61E686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4837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703F02-97B8-4DCC-B174-5F4A9230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05575"/>
            <a:ext cx="13430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B25FD3-4403-4543-869C-222F6AE25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5533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只上传课程学生框架和自己的源码。构建目录留在各自机器上重新生成。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分配成功后，后续命令在计算节点执行。调试结束输入 exit 释放资源。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build-pi2 -DBUILD_TESTING=ON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build-pi2 --parallel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./build-pi2/reg_reuse 6 12 24 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出现 INVALID 时，先检查对应函数的数值结果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小规模检查最多运行 20 分钟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每次作业使用单独的日志文件；姓名学号或答案未完成时，grade 可能失败。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lab2.slurm；左列接右列，完整版本见配套文字讲义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 mkdir -p results，再从仓库根目录执行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pi2-results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rsync -av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8FED9-0F58-40C1-BCCD-F7CA88D0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909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"${HPC_USER}@data.hpc.sjtu.edu.cn:course-labs/results/"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569E8-5370-42D1-BD9E-28DE338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052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./pi2-results/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练习目标：提交一次小规模作业，并下载对应日志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登录并上传源码</a:t>
            </a:r>
          </a:p>
          <a:p xmlns:a="http://schemas.openxmlformats.org/drawingml/2006/main">
            <a:pPr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申请计算节点，编译两个 lab</a:t>
            </a:r>
          </a:p>
          <a:p xmlns:a="http://schemas.openxmlformats.org/drawingml/2006/main">
            <a:pPr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提交批处理作业，找到作业编号</a:t>
            </a:r>
          </a:p>
          <a:p xmlns:a="http://schemas.openxmlformats.org/drawingml/2006/main">
            <a:pPr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读取日志中的检查结果，下载到本地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260221191cfe43e2"/>
              </a:rPr>
              <a:t>登录与账号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4e92a092f6174a54"/>
              </a:rPr>
              <a:t>Slurm 作业管理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c536952f76144127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2026-09-27T07:00:58.5980000Z</dcterms:created>
  <dcterms:modified xsi:type="dcterms:W3CDTF">2026-09-27T07:00:58.5980000Z</dcterms:modified>
</coreProperties>
</file>